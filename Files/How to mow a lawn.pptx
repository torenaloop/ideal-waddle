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102_6F07BEAD.xml" ContentType="application/vnd.ms-powerpoint.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1" r:id="rId4"/>
    <p:sldMasterId id="2147483706" r:id="rId5"/>
    <p:sldMasterId id="2147483725" r:id="rId6"/>
  </p:sldMasterIdLst>
  <p:notesMasterIdLst>
    <p:notesMasterId r:id="rId18"/>
  </p:notesMasterIdLst>
  <p:handoutMasterIdLst>
    <p:handoutMasterId r:id="rId19"/>
  </p:handoutMasterIdLst>
  <p:sldIdLst>
    <p:sldId id="256" r:id="rId7"/>
    <p:sldId id="261" r:id="rId8"/>
    <p:sldId id="258" r:id="rId9"/>
    <p:sldId id="263" r:id="rId10"/>
    <p:sldId id="274" r:id="rId11"/>
    <p:sldId id="275" r:id="rId12"/>
    <p:sldId id="273" r:id="rId13"/>
    <p:sldId id="268" r:id="rId14"/>
    <p:sldId id="266" r:id="rId15"/>
    <p:sldId id="276" r:id="rId16"/>
    <p:sldId id="267"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D91177D-61D1-3A44-88EA-545F4E3EF0B5}">
          <p14:sldIdLst>
            <p14:sldId id="256"/>
          </p14:sldIdLst>
        </p14:section>
        <p14:section name="Untitled Section" id="{C9EEB0A4-56BA-1E40-827B-54B53E7335D8}">
          <p14:sldIdLst>
            <p14:sldId id="261"/>
            <p14:sldId id="258"/>
            <p14:sldId id="263"/>
            <p14:sldId id="274"/>
            <p14:sldId id="275"/>
            <p14:sldId id="273"/>
            <p14:sldId id="268"/>
            <p14:sldId id="266"/>
            <p14:sldId id="276"/>
            <p14:sldId id="26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647A00F-879D-CBFC-D004-35A5E4E0F88F}" name="Stephen Chavez" initials="SC" userId="S::schavez@stackinfra.com::6bf4da9b-3033-4c0f-8b6f-5d38441cece6"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Matt VanderZanden" initials="MV" lastIdx="1" clrIdx="6">
    <p:extLst>
      <p:ext uri="{19B8F6BF-5375-455C-9EA6-DF929625EA0E}">
        <p15:presenceInfo xmlns:p15="http://schemas.microsoft.com/office/powerpoint/2012/main" userId="S::mvanderzanden@stackinfra.com::f7cedaf5-8a7b-4004-8e99-3dc1398e6e19" providerId="AD"/>
      </p:ext>
    </p:extLst>
  </p:cmAuthor>
  <p:cmAuthor id="1" name="Hunter Fairman" initials="HF" lastIdx="116" clrIdx="0">
    <p:extLst>
      <p:ext uri="{19B8F6BF-5375-455C-9EA6-DF929625EA0E}">
        <p15:presenceInfo xmlns:p15="http://schemas.microsoft.com/office/powerpoint/2012/main" userId="S::hfairman@stackinfra.com::53c9248f-cac8-44f5-bd26-0947f6688388" providerId="AD"/>
      </p:ext>
    </p:extLst>
  </p:cmAuthor>
  <p:cmAuthor id="8" name="Val Milshtein" initials="VM" lastIdx="2" clrIdx="7">
    <p:extLst>
      <p:ext uri="{19B8F6BF-5375-455C-9EA6-DF929625EA0E}">
        <p15:presenceInfo xmlns:p15="http://schemas.microsoft.com/office/powerpoint/2012/main" userId="S::vmilshtein@stackinfra.com::f9e0f5c9-6ff2-459b-b2da-e223a9291761" providerId="AD"/>
      </p:ext>
    </p:extLst>
  </p:cmAuthor>
  <p:cmAuthor id="2" name="Guest User" initials="GU" lastIdx="3" clrIdx="1">
    <p:extLst>
      <p:ext uri="{19B8F6BF-5375-455C-9EA6-DF929625EA0E}">
        <p15:presenceInfo xmlns:p15="http://schemas.microsoft.com/office/powerpoint/2012/main" userId="S::urn:spo:anon#b9fdaf31c50c7139f3528cef0e407f7a61e9c05bb8027b169314b42723c4d2e0::" providerId="AD"/>
      </p:ext>
    </p:extLst>
  </p:cmAuthor>
  <p:cmAuthor id="9" name="Eric Hines" initials="EH" lastIdx="12" clrIdx="8">
    <p:extLst>
      <p:ext uri="{19B8F6BF-5375-455C-9EA6-DF929625EA0E}">
        <p15:presenceInfo xmlns:p15="http://schemas.microsoft.com/office/powerpoint/2012/main" userId="S::ehines@stackinfra.com::553adcc1-8fe0-4c79-b125-bb8d8d41366e" providerId="AD"/>
      </p:ext>
    </p:extLst>
  </p:cmAuthor>
  <p:cmAuthor id="3" name="Jordan Sher" initials="JS" lastIdx="18" clrIdx="2">
    <p:extLst>
      <p:ext uri="{19B8F6BF-5375-455C-9EA6-DF929625EA0E}">
        <p15:presenceInfo xmlns:p15="http://schemas.microsoft.com/office/powerpoint/2012/main" userId="S::jsher@stackinfra.com::b6f87b7d-2cea-4e5e-b299-d2c399eb574b" providerId="AD"/>
      </p:ext>
    </p:extLst>
  </p:cmAuthor>
  <p:cmAuthor id="10" name="Sammer Khalaf" initials="SK" lastIdx="58" clrIdx="9">
    <p:extLst>
      <p:ext uri="{19B8F6BF-5375-455C-9EA6-DF929625EA0E}">
        <p15:presenceInfo xmlns:p15="http://schemas.microsoft.com/office/powerpoint/2012/main" userId="S::skhalaf@stackinfra.com::286e9401-46b4-4042-b2fc-74e074953700" providerId="AD"/>
      </p:ext>
    </p:extLst>
  </p:cmAuthor>
  <p:cmAuthor id="4" name="Guest User" initials="GU [2]" lastIdx="1" clrIdx="3">
    <p:extLst>
      <p:ext uri="{19B8F6BF-5375-455C-9EA6-DF929625EA0E}">
        <p15:presenceInfo xmlns:p15="http://schemas.microsoft.com/office/powerpoint/2012/main" userId="S::urn:spo:anon#1f44644c5d6bfbc5d3a4d1bc797873755488a0165d80adf8f7a6f07853c47e46::" providerId="AD"/>
      </p:ext>
    </p:extLst>
  </p:cmAuthor>
  <p:cmAuthor id="11" name="Meghan Perkins" initials="MP" lastIdx="9" clrIdx="10">
    <p:extLst>
      <p:ext uri="{19B8F6BF-5375-455C-9EA6-DF929625EA0E}">
        <p15:presenceInfo xmlns:p15="http://schemas.microsoft.com/office/powerpoint/2012/main" userId="S::mperkins@stackinfra.com::f9e9a484-6399-4d90-84ab-a8aa2765b19e" providerId="AD"/>
      </p:ext>
    </p:extLst>
  </p:cmAuthor>
  <p:cmAuthor id="5" name="eric" initials="er" lastIdx="10" clrIdx="4">
    <p:extLst>
      <p:ext uri="{19B8F6BF-5375-455C-9EA6-DF929625EA0E}">
        <p15:presenceInfo xmlns:p15="http://schemas.microsoft.com/office/powerpoint/2012/main" userId="S::eric_honestbros.com#ext#@fortunedatacenters.onmicrosoft.com::6fcd2cd4-424e-4544-8fdd-9acf0fb53fdb" providerId="AD"/>
      </p:ext>
    </p:extLst>
  </p:cmAuthor>
  <p:cmAuthor id="12" name="Boris Melnikov" initials="BM" lastIdx="3" clrIdx="11">
    <p:extLst>
      <p:ext uri="{19B8F6BF-5375-455C-9EA6-DF929625EA0E}">
        <p15:presenceInfo xmlns:p15="http://schemas.microsoft.com/office/powerpoint/2012/main" userId="S::bmelnikov@stackinfra.com::4a52a162-242a-4b51-b80b-ef84194768ca" providerId="AD"/>
      </p:ext>
    </p:extLst>
  </p:cmAuthor>
  <p:cmAuthor id="6" name="Ty Miller" initials="TM" lastIdx="63" clrIdx="5">
    <p:extLst>
      <p:ext uri="{19B8F6BF-5375-455C-9EA6-DF929625EA0E}">
        <p15:presenceInfo xmlns:p15="http://schemas.microsoft.com/office/powerpoint/2012/main" userId="S::tmiller@stackinfra.com::bb17b5a8-4a34-4db7-bc03-c633240586d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4F91"/>
    <a:srgbClr val="298CC0"/>
    <a:srgbClr val="F2F2F2"/>
    <a:srgbClr val="24346D"/>
    <a:srgbClr val="9BB1CE"/>
    <a:srgbClr val="6184B2"/>
    <a:srgbClr val="4A71A6"/>
    <a:srgbClr val="3B669F"/>
    <a:srgbClr val="33609C"/>
    <a:srgbClr val="1C9BD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8FC0985-B354-4A8A-9F05-18F126EED794}" v="14" dt="2023-12-07T13:07:29.96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60915" autoAdjust="0"/>
  </p:normalViewPr>
  <p:slideViewPr>
    <p:cSldViewPr snapToGrid="0">
      <p:cViewPr varScale="1">
        <p:scale>
          <a:sx n="67" d="100"/>
          <a:sy n="67" d="100"/>
        </p:scale>
        <p:origin x="2274" y="7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notesMaster" Target="notesMasters/notesMaster1.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viewProps" Target="viewProps.xml"/><Relationship Id="rId2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d Nuckolls" userId="a46786577b2ed72c" providerId="LiveId" clId="{98FC0985-B354-4A8A-9F05-18F126EED794}"/>
    <pc:docChg chg="undo custSel addSld delSld modSld sldOrd modSection">
      <pc:chgData name="David Nuckolls" userId="a46786577b2ed72c" providerId="LiveId" clId="{98FC0985-B354-4A8A-9F05-18F126EED794}" dt="2023-12-07T13:31:30.160" v="9245" actId="20577"/>
      <pc:docMkLst>
        <pc:docMk/>
      </pc:docMkLst>
      <pc:sldChg chg="modSp mod modNotesTx">
        <pc:chgData name="David Nuckolls" userId="a46786577b2ed72c" providerId="LiveId" clId="{98FC0985-B354-4A8A-9F05-18F126EED794}" dt="2023-12-06T21:11:40.956" v="2036" actId="20577"/>
        <pc:sldMkLst>
          <pc:docMk/>
          <pc:sldMk cId="2593059494" sldId="256"/>
        </pc:sldMkLst>
        <pc:spChg chg="mod">
          <ac:chgData name="David Nuckolls" userId="a46786577b2ed72c" providerId="LiveId" clId="{98FC0985-B354-4A8A-9F05-18F126EED794}" dt="2023-12-05T21:20:56.015" v="41" actId="20577"/>
          <ac:spMkLst>
            <pc:docMk/>
            <pc:sldMk cId="2593059494" sldId="256"/>
            <ac:spMk id="2" creationId="{E53C8671-7B81-408A-BE4D-FB695D61E859}"/>
          </ac:spMkLst>
        </pc:spChg>
        <pc:spChg chg="mod">
          <ac:chgData name="David Nuckolls" userId="a46786577b2ed72c" providerId="LiveId" clId="{98FC0985-B354-4A8A-9F05-18F126EED794}" dt="2023-12-06T21:11:30.348" v="2020" actId="20577"/>
          <ac:spMkLst>
            <pc:docMk/>
            <pc:sldMk cId="2593059494" sldId="256"/>
            <ac:spMk id="3" creationId="{CDED337E-F2B6-4A9F-971C-9DE54056FE74}"/>
          </ac:spMkLst>
        </pc:spChg>
      </pc:sldChg>
      <pc:sldChg chg="modSp mod modNotesTx">
        <pc:chgData name="David Nuckolls" userId="a46786577b2ed72c" providerId="LiveId" clId="{98FC0985-B354-4A8A-9F05-18F126EED794}" dt="2023-12-06T23:15:22.907" v="6336" actId="20577"/>
        <pc:sldMkLst>
          <pc:docMk/>
          <pc:sldMk cId="1862778541" sldId="258"/>
        </pc:sldMkLst>
        <pc:spChg chg="mod">
          <ac:chgData name="David Nuckolls" userId="a46786577b2ed72c" providerId="LiveId" clId="{98FC0985-B354-4A8A-9F05-18F126EED794}" dt="2023-12-06T23:10:59.226" v="5813" actId="20577"/>
          <ac:spMkLst>
            <pc:docMk/>
            <pc:sldMk cId="1862778541" sldId="258"/>
            <ac:spMk id="3" creationId="{FB11943C-DBD0-1EA0-5B03-D6262B295153}"/>
          </ac:spMkLst>
        </pc:spChg>
      </pc:sldChg>
      <pc:sldChg chg="modSp mod modNotesTx">
        <pc:chgData name="David Nuckolls" userId="a46786577b2ed72c" providerId="LiveId" clId="{98FC0985-B354-4A8A-9F05-18F126EED794}" dt="2023-12-07T12:55:36.982" v="8884" actId="20577"/>
        <pc:sldMkLst>
          <pc:docMk/>
          <pc:sldMk cId="504903662" sldId="261"/>
        </pc:sldMkLst>
        <pc:spChg chg="mod">
          <ac:chgData name="David Nuckolls" userId="a46786577b2ed72c" providerId="LiveId" clId="{98FC0985-B354-4A8A-9F05-18F126EED794}" dt="2023-12-06T21:09:00.319" v="2013" actId="20577"/>
          <ac:spMkLst>
            <pc:docMk/>
            <pc:sldMk cId="504903662" sldId="261"/>
            <ac:spMk id="2" creationId="{D487F587-C0C3-FE4D-0A2E-F36158B9F83D}"/>
          </ac:spMkLst>
        </pc:spChg>
      </pc:sldChg>
      <pc:sldChg chg="addSp delSp modSp mod modNotesTx">
        <pc:chgData name="David Nuckolls" userId="a46786577b2ed72c" providerId="LiveId" clId="{98FC0985-B354-4A8A-9F05-18F126EED794}" dt="2023-12-06T22:28:54.938" v="4159" actId="255"/>
        <pc:sldMkLst>
          <pc:docMk/>
          <pc:sldMk cId="2700044562" sldId="263"/>
        </pc:sldMkLst>
        <pc:spChg chg="del">
          <ac:chgData name="David Nuckolls" userId="a46786577b2ed72c" providerId="LiveId" clId="{98FC0985-B354-4A8A-9F05-18F126EED794}" dt="2023-12-06T21:54:26.192" v="2933" actId="478"/>
          <ac:spMkLst>
            <pc:docMk/>
            <pc:sldMk cId="2700044562" sldId="263"/>
            <ac:spMk id="2" creationId="{D487F587-C0C3-FE4D-0A2E-F36158B9F83D}"/>
          </ac:spMkLst>
        </pc:spChg>
        <pc:spChg chg="mod">
          <ac:chgData name="David Nuckolls" userId="a46786577b2ed72c" providerId="LiveId" clId="{98FC0985-B354-4A8A-9F05-18F126EED794}" dt="2023-12-06T21:54:38.298" v="2950" actId="20577"/>
          <ac:spMkLst>
            <pc:docMk/>
            <pc:sldMk cId="2700044562" sldId="263"/>
            <ac:spMk id="3" creationId="{73A7D1E5-DCFD-CD81-BB97-836DE861BD3E}"/>
          </ac:spMkLst>
        </pc:spChg>
        <pc:spChg chg="add mod">
          <ac:chgData name="David Nuckolls" userId="a46786577b2ed72c" providerId="LiveId" clId="{98FC0985-B354-4A8A-9F05-18F126EED794}" dt="2023-12-06T22:28:54.938" v="4159" actId="255"/>
          <ac:spMkLst>
            <pc:docMk/>
            <pc:sldMk cId="2700044562" sldId="263"/>
            <ac:spMk id="5" creationId="{DFBB889D-EE1E-E051-D618-7254F9B1CC8E}"/>
          </ac:spMkLst>
        </pc:spChg>
        <pc:picChg chg="add del mod">
          <ac:chgData name="David Nuckolls" userId="a46786577b2ed72c" providerId="LiveId" clId="{98FC0985-B354-4A8A-9F05-18F126EED794}" dt="2023-12-06T22:21:48.073" v="3835" actId="478"/>
          <ac:picMkLst>
            <pc:docMk/>
            <pc:sldMk cId="2700044562" sldId="263"/>
            <ac:picMk id="7" creationId="{C525BB01-CF8F-D145-AD77-172B6E3DC33F}"/>
          </ac:picMkLst>
        </pc:picChg>
        <pc:picChg chg="add mod">
          <ac:chgData name="David Nuckolls" userId="a46786577b2ed72c" providerId="LiveId" clId="{98FC0985-B354-4A8A-9F05-18F126EED794}" dt="2023-12-06T22:25:37.842" v="3901" actId="14100"/>
          <ac:picMkLst>
            <pc:docMk/>
            <pc:sldMk cId="2700044562" sldId="263"/>
            <ac:picMk id="9" creationId="{27A5A8D9-B14F-6501-F578-4424FFE5DEF5}"/>
          </ac:picMkLst>
        </pc:picChg>
      </pc:sldChg>
      <pc:sldChg chg="del">
        <pc:chgData name="David Nuckolls" userId="a46786577b2ed72c" providerId="LiveId" clId="{98FC0985-B354-4A8A-9F05-18F126EED794}" dt="2023-12-06T22:47:05.099" v="4465" actId="2696"/>
        <pc:sldMkLst>
          <pc:docMk/>
          <pc:sldMk cId="3396933943" sldId="264"/>
        </pc:sldMkLst>
      </pc:sldChg>
      <pc:sldChg chg="del">
        <pc:chgData name="David Nuckolls" userId="a46786577b2ed72c" providerId="LiveId" clId="{98FC0985-B354-4A8A-9F05-18F126EED794}" dt="2023-12-06T22:46:16.132" v="4462" actId="2696"/>
        <pc:sldMkLst>
          <pc:docMk/>
          <pc:sldMk cId="3890950543" sldId="265"/>
        </pc:sldMkLst>
      </pc:sldChg>
      <pc:sldChg chg="addSp modSp mod modNotesTx">
        <pc:chgData name="David Nuckolls" userId="a46786577b2ed72c" providerId="LiveId" clId="{98FC0985-B354-4A8A-9F05-18F126EED794}" dt="2023-12-07T13:07:47.029" v="9204" actId="1076"/>
        <pc:sldMkLst>
          <pc:docMk/>
          <pc:sldMk cId="798731907" sldId="266"/>
        </pc:sldMkLst>
        <pc:spChg chg="mod">
          <ac:chgData name="David Nuckolls" userId="a46786577b2ed72c" providerId="LiveId" clId="{98FC0985-B354-4A8A-9F05-18F126EED794}" dt="2023-12-07T13:02:26.003" v="9188" actId="115"/>
          <ac:spMkLst>
            <pc:docMk/>
            <pc:sldMk cId="798731907" sldId="266"/>
            <ac:spMk id="2" creationId="{D487F587-C0C3-FE4D-0A2E-F36158B9F83D}"/>
          </ac:spMkLst>
        </pc:spChg>
        <pc:spChg chg="mod">
          <ac:chgData name="David Nuckolls" userId="a46786577b2ed72c" providerId="LiveId" clId="{98FC0985-B354-4A8A-9F05-18F126EED794}" dt="2023-12-06T23:21:27.133" v="6383" actId="20577"/>
          <ac:spMkLst>
            <pc:docMk/>
            <pc:sldMk cId="798731907" sldId="266"/>
            <ac:spMk id="3" creationId="{73A7D1E5-DCFD-CD81-BB97-836DE861BD3E}"/>
          </ac:spMkLst>
        </pc:spChg>
        <pc:picChg chg="add mod">
          <ac:chgData name="David Nuckolls" userId="a46786577b2ed72c" providerId="LiveId" clId="{98FC0985-B354-4A8A-9F05-18F126EED794}" dt="2023-12-07T13:07:47.029" v="9204" actId="1076"/>
          <ac:picMkLst>
            <pc:docMk/>
            <pc:sldMk cId="798731907" sldId="266"/>
            <ac:picMk id="5" creationId="{14299340-561D-0F77-722E-DABBE8B77418}"/>
          </ac:picMkLst>
        </pc:picChg>
      </pc:sldChg>
      <pc:sldChg chg="modSp mod modNotesTx">
        <pc:chgData name="David Nuckolls" userId="a46786577b2ed72c" providerId="LiveId" clId="{98FC0985-B354-4A8A-9F05-18F126EED794}" dt="2023-12-06T23:25:03.916" v="6680" actId="20577"/>
        <pc:sldMkLst>
          <pc:docMk/>
          <pc:sldMk cId="3113884291" sldId="267"/>
        </pc:sldMkLst>
        <pc:spChg chg="mod">
          <ac:chgData name="David Nuckolls" userId="a46786577b2ed72c" providerId="LiveId" clId="{98FC0985-B354-4A8A-9F05-18F126EED794}" dt="2023-12-06T22:50:58.579" v="4469" actId="20577"/>
          <ac:spMkLst>
            <pc:docMk/>
            <pc:sldMk cId="3113884291" sldId="267"/>
            <ac:spMk id="2" creationId="{D487F587-C0C3-FE4D-0A2E-F36158B9F83D}"/>
          </ac:spMkLst>
        </pc:spChg>
      </pc:sldChg>
      <pc:sldChg chg="addSp delSp modSp mod ord modNotesTx">
        <pc:chgData name="David Nuckolls" userId="a46786577b2ed72c" providerId="LiveId" clId="{98FC0985-B354-4A8A-9F05-18F126EED794}" dt="2023-12-07T12:33:35.540" v="7493"/>
        <pc:sldMkLst>
          <pc:docMk/>
          <pc:sldMk cId="357584169" sldId="268"/>
        </pc:sldMkLst>
        <pc:spChg chg="del mod">
          <ac:chgData name="David Nuckolls" userId="a46786577b2ed72c" providerId="LiveId" clId="{98FC0985-B354-4A8A-9F05-18F126EED794}" dt="2023-12-07T12:32:43.070" v="7482" actId="22"/>
          <ac:spMkLst>
            <pc:docMk/>
            <pc:sldMk cId="357584169" sldId="268"/>
            <ac:spMk id="2" creationId="{D487F587-C0C3-FE4D-0A2E-F36158B9F83D}"/>
          </ac:spMkLst>
        </pc:spChg>
        <pc:picChg chg="add del">
          <ac:chgData name="David Nuckolls" userId="a46786577b2ed72c" providerId="LiveId" clId="{98FC0985-B354-4A8A-9F05-18F126EED794}" dt="2023-12-07T00:01:33.056" v="6953" actId="478"/>
          <ac:picMkLst>
            <pc:docMk/>
            <pc:sldMk cId="357584169" sldId="268"/>
            <ac:picMk id="5" creationId="{1DAC5144-2467-5E59-DA14-78107E47C8CA}"/>
          </ac:picMkLst>
        </pc:picChg>
        <pc:picChg chg="add mod ord">
          <ac:chgData name="David Nuckolls" userId="a46786577b2ed72c" providerId="LiveId" clId="{98FC0985-B354-4A8A-9F05-18F126EED794}" dt="2023-12-07T12:32:55.108" v="7485" actId="14100"/>
          <ac:picMkLst>
            <pc:docMk/>
            <pc:sldMk cId="357584169" sldId="268"/>
            <ac:picMk id="5" creationId="{8160D70E-A3BA-9190-49A1-2F02F3346B8D}"/>
          </ac:picMkLst>
        </pc:picChg>
        <pc:picChg chg="add del mod">
          <ac:chgData name="David Nuckolls" userId="a46786577b2ed72c" providerId="LiveId" clId="{98FC0985-B354-4A8A-9F05-18F126EED794}" dt="2023-12-07T12:32:19.969" v="7481" actId="478"/>
          <ac:picMkLst>
            <pc:docMk/>
            <pc:sldMk cId="357584169" sldId="268"/>
            <ac:picMk id="7" creationId="{D22A5605-C677-55A0-7D12-9AF220B3C2A0}"/>
          </ac:picMkLst>
        </pc:picChg>
      </pc:sldChg>
      <pc:sldChg chg="modSp new del mod ord">
        <pc:chgData name="David Nuckolls" userId="a46786577b2ed72c" providerId="LiveId" clId="{98FC0985-B354-4A8A-9F05-18F126EED794}" dt="2023-12-06T21:11:11.433" v="2014" actId="2696"/>
        <pc:sldMkLst>
          <pc:docMk/>
          <pc:sldMk cId="609229388" sldId="269"/>
        </pc:sldMkLst>
        <pc:spChg chg="mod">
          <ac:chgData name="David Nuckolls" userId="a46786577b2ed72c" providerId="LiveId" clId="{98FC0985-B354-4A8A-9F05-18F126EED794}" dt="2023-12-06T17:16:14.209" v="626" actId="20577"/>
          <ac:spMkLst>
            <pc:docMk/>
            <pc:sldMk cId="609229388" sldId="269"/>
            <ac:spMk id="3" creationId="{99E5A6A3-6562-328B-4FA4-2201B1BFA040}"/>
          </ac:spMkLst>
        </pc:spChg>
      </pc:sldChg>
      <pc:sldChg chg="add del">
        <pc:chgData name="David Nuckolls" userId="a46786577b2ed72c" providerId="LiveId" clId="{98FC0985-B354-4A8A-9F05-18F126EED794}" dt="2023-12-06T22:46:04.853" v="4461" actId="2696"/>
        <pc:sldMkLst>
          <pc:docMk/>
          <pc:sldMk cId="790481477" sldId="270"/>
        </pc:sldMkLst>
      </pc:sldChg>
      <pc:sldChg chg="add del">
        <pc:chgData name="David Nuckolls" userId="a46786577b2ed72c" providerId="LiveId" clId="{98FC0985-B354-4A8A-9F05-18F126EED794}" dt="2023-12-06T22:50:35.022" v="4466" actId="2696"/>
        <pc:sldMkLst>
          <pc:docMk/>
          <pc:sldMk cId="2746212202" sldId="271"/>
        </pc:sldMkLst>
      </pc:sldChg>
      <pc:sldChg chg="add del">
        <pc:chgData name="David Nuckolls" userId="a46786577b2ed72c" providerId="LiveId" clId="{98FC0985-B354-4A8A-9F05-18F126EED794}" dt="2023-12-06T22:46:22.565" v="4463" actId="2696"/>
        <pc:sldMkLst>
          <pc:docMk/>
          <pc:sldMk cId="2793258202" sldId="272"/>
        </pc:sldMkLst>
      </pc:sldChg>
      <pc:sldChg chg="addSp modSp add mod modAnim modNotesTx">
        <pc:chgData name="David Nuckolls" userId="a46786577b2ed72c" providerId="LiveId" clId="{98FC0985-B354-4A8A-9F05-18F126EED794}" dt="2023-12-07T13:31:30.160" v="9245" actId="20577"/>
        <pc:sldMkLst>
          <pc:docMk/>
          <pc:sldMk cId="289997700" sldId="273"/>
        </pc:sldMkLst>
        <pc:spChg chg="mod">
          <ac:chgData name="David Nuckolls" userId="a46786577b2ed72c" providerId="LiveId" clId="{98FC0985-B354-4A8A-9F05-18F126EED794}" dt="2023-12-06T21:16:59.885" v="2346" actId="20577"/>
          <ac:spMkLst>
            <pc:docMk/>
            <pc:sldMk cId="289997700" sldId="273"/>
            <ac:spMk id="2" creationId="{D487F587-C0C3-FE4D-0A2E-F36158B9F83D}"/>
          </ac:spMkLst>
        </pc:spChg>
        <pc:spChg chg="mod">
          <ac:chgData name="David Nuckolls" userId="a46786577b2ed72c" providerId="LiveId" clId="{98FC0985-B354-4A8A-9F05-18F126EED794}" dt="2023-12-06T21:16:29.426" v="2298" actId="20577"/>
          <ac:spMkLst>
            <pc:docMk/>
            <pc:sldMk cId="289997700" sldId="273"/>
            <ac:spMk id="3" creationId="{73A7D1E5-DCFD-CD81-BB97-836DE861BD3E}"/>
          </ac:spMkLst>
        </pc:spChg>
        <pc:picChg chg="add mod">
          <ac:chgData name="David Nuckolls" userId="a46786577b2ed72c" providerId="LiveId" clId="{98FC0985-B354-4A8A-9F05-18F126EED794}" dt="2023-12-06T21:17:47.949" v="2351" actId="1076"/>
          <ac:picMkLst>
            <pc:docMk/>
            <pc:sldMk cId="289997700" sldId="273"/>
            <ac:picMk id="4" creationId="{CF7787A9-F875-E6A2-F2D5-078D5757EA01}"/>
          </ac:picMkLst>
        </pc:picChg>
      </pc:sldChg>
      <pc:sldChg chg="addSp modSp add mod modNotesTx">
        <pc:chgData name="David Nuckolls" userId="a46786577b2ed72c" providerId="LiveId" clId="{98FC0985-B354-4A8A-9F05-18F126EED794}" dt="2023-12-06T22:36:37.374" v="4175" actId="1076"/>
        <pc:sldMkLst>
          <pc:docMk/>
          <pc:sldMk cId="2929510121" sldId="274"/>
        </pc:sldMkLst>
        <pc:spChg chg="mod">
          <ac:chgData name="David Nuckolls" userId="a46786577b2ed72c" providerId="LiveId" clId="{98FC0985-B354-4A8A-9F05-18F126EED794}" dt="2023-12-06T22:29:22.471" v="4161" actId="14100"/>
          <ac:spMkLst>
            <pc:docMk/>
            <pc:sldMk cId="2929510121" sldId="274"/>
            <ac:spMk id="5" creationId="{DFBB889D-EE1E-E051-D618-7254F9B1CC8E}"/>
          </ac:spMkLst>
        </pc:spChg>
        <pc:picChg chg="add mod">
          <ac:chgData name="David Nuckolls" userId="a46786577b2ed72c" providerId="LiveId" clId="{98FC0985-B354-4A8A-9F05-18F126EED794}" dt="2023-12-06T22:36:37.374" v="4175" actId="1076"/>
          <ac:picMkLst>
            <pc:docMk/>
            <pc:sldMk cId="2929510121" sldId="274"/>
            <ac:picMk id="4" creationId="{2E84256E-1A70-8D13-149E-F3BBE9D21095}"/>
          </ac:picMkLst>
        </pc:picChg>
        <pc:picChg chg="add mod">
          <ac:chgData name="David Nuckolls" userId="a46786577b2ed72c" providerId="LiveId" clId="{98FC0985-B354-4A8A-9F05-18F126EED794}" dt="2023-12-06T22:36:28.467" v="4174" actId="1076"/>
          <ac:picMkLst>
            <pc:docMk/>
            <pc:sldMk cId="2929510121" sldId="274"/>
            <ac:picMk id="7" creationId="{02FFCAA0-13FD-E41E-2587-90BB5B7903BD}"/>
          </ac:picMkLst>
        </pc:picChg>
      </pc:sldChg>
      <pc:sldChg chg="addSp modSp add mod modNotesTx">
        <pc:chgData name="David Nuckolls" userId="a46786577b2ed72c" providerId="LiveId" clId="{98FC0985-B354-4A8A-9F05-18F126EED794}" dt="2023-12-07T12:22:40.985" v="7275" actId="20577"/>
        <pc:sldMkLst>
          <pc:docMk/>
          <pc:sldMk cId="2715988573" sldId="275"/>
        </pc:sldMkLst>
        <pc:spChg chg="mod">
          <ac:chgData name="David Nuckolls" userId="a46786577b2ed72c" providerId="LiveId" clId="{98FC0985-B354-4A8A-9F05-18F126EED794}" dt="2023-12-06T22:42:32.013" v="4450" actId="14100"/>
          <ac:spMkLst>
            <pc:docMk/>
            <pc:sldMk cId="2715988573" sldId="275"/>
            <ac:spMk id="5" creationId="{DFBB889D-EE1E-E051-D618-7254F9B1CC8E}"/>
          </ac:spMkLst>
        </pc:spChg>
        <pc:picChg chg="add mod">
          <ac:chgData name="David Nuckolls" userId="a46786577b2ed72c" providerId="LiveId" clId="{98FC0985-B354-4A8A-9F05-18F126EED794}" dt="2023-12-06T22:44:56.402" v="4460" actId="1076"/>
          <ac:picMkLst>
            <pc:docMk/>
            <pc:sldMk cId="2715988573" sldId="275"/>
            <ac:picMk id="4" creationId="{85B9763A-945B-3CEA-627B-78C0844D49AA}"/>
          </ac:picMkLst>
        </pc:picChg>
      </pc:sldChg>
      <pc:sldChg chg="add del">
        <pc:chgData name="David Nuckolls" userId="a46786577b2ed72c" providerId="LiveId" clId="{98FC0985-B354-4A8A-9F05-18F126EED794}" dt="2023-12-06T22:46:57.188" v="4464" actId="2696"/>
        <pc:sldMkLst>
          <pc:docMk/>
          <pc:sldMk cId="1683087403" sldId="276"/>
        </pc:sldMkLst>
      </pc:sldChg>
      <pc:sldChg chg="addSp modSp add mod modNotesTx">
        <pc:chgData name="David Nuckolls" userId="a46786577b2ed72c" providerId="LiveId" clId="{98FC0985-B354-4A8A-9F05-18F126EED794}" dt="2023-12-07T13:07:43.772" v="9203" actId="1076"/>
        <pc:sldMkLst>
          <pc:docMk/>
          <pc:sldMk cId="3290158294" sldId="276"/>
        </pc:sldMkLst>
        <pc:spChg chg="mod">
          <ac:chgData name="David Nuckolls" userId="a46786577b2ed72c" providerId="LiveId" clId="{98FC0985-B354-4A8A-9F05-18F126EED794}" dt="2023-12-07T13:07:16.230" v="9195" actId="20577"/>
          <ac:spMkLst>
            <pc:docMk/>
            <pc:sldMk cId="3290158294" sldId="276"/>
            <ac:spMk id="2" creationId="{D487F587-C0C3-FE4D-0A2E-F36158B9F83D}"/>
          </ac:spMkLst>
        </pc:spChg>
        <pc:picChg chg="add mod">
          <ac:chgData name="David Nuckolls" userId="a46786577b2ed72c" providerId="LiveId" clId="{98FC0985-B354-4A8A-9F05-18F126EED794}" dt="2023-12-07T13:07:43.772" v="9203" actId="1076"/>
          <ac:picMkLst>
            <pc:docMk/>
            <pc:sldMk cId="3290158294" sldId="276"/>
            <ac:picMk id="5" creationId="{D279C643-C02A-04DC-FBB7-26946BC0B454}"/>
          </ac:picMkLst>
        </pc:picChg>
      </pc:sldChg>
    </pc:docChg>
  </pc:docChgLst>
  <pc:docChgLst>
    <pc:chgData name="David Nuckolls" userId="a46786577b2ed72c" providerId="LiveId" clId="{C998A564-DAAB-4ED6-8506-0D93C91C4936}"/>
    <pc:docChg chg="undo custSel addSld delSld modSld modSection">
      <pc:chgData name="David Nuckolls" userId="a46786577b2ed72c" providerId="LiveId" clId="{C998A564-DAAB-4ED6-8506-0D93C91C4936}" dt="2023-10-11T17:58:10.006" v="2956" actId="20577"/>
      <pc:docMkLst>
        <pc:docMk/>
      </pc:docMkLst>
      <pc:sldChg chg="del">
        <pc:chgData name="David Nuckolls" userId="a46786577b2ed72c" providerId="LiveId" clId="{C998A564-DAAB-4ED6-8506-0D93C91C4936}" dt="2023-10-11T12:05:13.537" v="0" actId="2696"/>
        <pc:sldMkLst>
          <pc:docMk/>
          <pc:sldMk cId="1862778541" sldId="258"/>
        </pc:sldMkLst>
      </pc:sldChg>
      <pc:sldChg chg="del">
        <pc:chgData name="David Nuckolls" userId="a46786577b2ed72c" providerId="LiveId" clId="{C998A564-DAAB-4ED6-8506-0D93C91C4936}" dt="2023-10-11T12:05:18.378" v="1" actId="2696"/>
        <pc:sldMkLst>
          <pc:docMk/>
          <pc:sldMk cId="4268370819" sldId="259"/>
        </pc:sldMkLst>
      </pc:sldChg>
      <pc:sldChg chg="del">
        <pc:chgData name="David Nuckolls" userId="a46786577b2ed72c" providerId="LiveId" clId="{C998A564-DAAB-4ED6-8506-0D93C91C4936}" dt="2023-10-11T12:05:25.598" v="3" actId="2696"/>
        <pc:sldMkLst>
          <pc:docMk/>
          <pc:sldMk cId="2690949566" sldId="260"/>
        </pc:sldMkLst>
      </pc:sldChg>
      <pc:sldChg chg="modSp mod modNotesTx">
        <pc:chgData name="David Nuckolls" userId="a46786577b2ed72c" providerId="LiveId" clId="{C998A564-DAAB-4ED6-8506-0D93C91C4936}" dt="2023-10-11T17:54:25.496" v="2763" actId="20577"/>
        <pc:sldMkLst>
          <pc:docMk/>
          <pc:sldMk cId="504903662" sldId="261"/>
        </pc:sldMkLst>
        <pc:spChg chg="mod">
          <ac:chgData name="David Nuckolls" userId="a46786577b2ed72c" providerId="LiveId" clId="{C998A564-DAAB-4ED6-8506-0D93C91C4936}" dt="2023-10-11T12:16:38.749" v="536" actId="20577"/>
          <ac:spMkLst>
            <pc:docMk/>
            <pc:sldMk cId="504903662" sldId="261"/>
            <ac:spMk id="2" creationId="{D487F587-C0C3-FE4D-0A2E-F36158B9F83D}"/>
          </ac:spMkLst>
        </pc:spChg>
      </pc:sldChg>
      <pc:sldChg chg="del">
        <pc:chgData name="David Nuckolls" userId="a46786577b2ed72c" providerId="LiveId" clId="{C998A564-DAAB-4ED6-8506-0D93C91C4936}" dt="2023-10-11T12:05:22.170" v="2" actId="2696"/>
        <pc:sldMkLst>
          <pc:docMk/>
          <pc:sldMk cId="4063887650" sldId="262"/>
        </pc:sldMkLst>
      </pc:sldChg>
      <pc:sldChg chg="modSp mod modNotesTx">
        <pc:chgData name="David Nuckolls" userId="a46786577b2ed72c" providerId="LiveId" clId="{C998A564-DAAB-4ED6-8506-0D93C91C4936}" dt="2023-10-11T17:57:56.064" v="2923" actId="20577"/>
        <pc:sldMkLst>
          <pc:docMk/>
          <pc:sldMk cId="2700044562" sldId="263"/>
        </pc:sldMkLst>
        <pc:spChg chg="mod">
          <ac:chgData name="David Nuckolls" userId="a46786577b2ed72c" providerId="LiveId" clId="{C998A564-DAAB-4ED6-8506-0D93C91C4936}" dt="2023-10-11T17:57:56.064" v="2923" actId="20577"/>
          <ac:spMkLst>
            <pc:docMk/>
            <pc:sldMk cId="2700044562" sldId="263"/>
            <ac:spMk id="2" creationId="{D487F587-C0C3-FE4D-0A2E-F36158B9F83D}"/>
          </ac:spMkLst>
        </pc:spChg>
      </pc:sldChg>
      <pc:sldChg chg="modSp mod modNotesTx">
        <pc:chgData name="David Nuckolls" userId="a46786577b2ed72c" providerId="LiveId" clId="{C998A564-DAAB-4ED6-8506-0D93C91C4936}" dt="2023-10-11T17:58:10.006" v="2956" actId="20577"/>
        <pc:sldMkLst>
          <pc:docMk/>
          <pc:sldMk cId="3396933943" sldId="264"/>
        </pc:sldMkLst>
        <pc:spChg chg="mod">
          <ac:chgData name="David Nuckolls" userId="a46786577b2ed72c" providerId="LiveId" clId="{C998A564-DAAB-4ED6-8506-0D93C91C4936}" dt="2023-10-11T17:58:10.006" v="2956" actId="20577"/>
          <ac:spMkLst>
            <pc:docMk/>
            <pc:sldMk cId="3396933943" sldId="264"/>
            <ac:spMk id="2" creationId="{D487F587-C0C3-FE4D-0A2E-F36158B9F83D}"/>
          </ac:spMkLst>
        </pc:spChg>
      </pc:sldChg>
      <pc:sldChg chg="modSp mod modNotesTx">
        <pc:chgData name="David Nuckolls" userId="a46786577b2ed72c" providerId="LiveId" clId="{C998A564-DAAB-4ED6-8506-0D93C91C4936}" dt="2023-10-11T12:33:42.919" v="1360" actId="20577"/>
        <pc:sldMkLst>
          <pc:docMk/>
          <pc:sldMk cId="3890950543" sldId="265"/>
        </pc:sldMkLst>
        <pc:spChg chg="mod">
          <ac:chgData name="David Nuckolls" userId="a46786577b2ed72c" providerId="LiveId" clId="{C998A564-DAAB-4ED6-8506-0D93C91C4936}" dt="2023-10-11T12:09:56.919" v="272" actId="20577"/>
          <ac:spMkLst>
            <pc:docMk/>
            <pc:sldMk cId="3890950543" sldId="265"/>
            <ac:spMk id="2" creationId="{D487F587-C0C3-FE4D-0A2E-F36158B9F83D}"/>
          </ac:spMkLst>
        </pc:spChg>
        <pc:spChg chg="mod">
          <ac:chgData name="David Nuckolls" userId="a46786577b2ed72c" providerId="LiveId" clId="{C998A564-DAAB-4ED6-8506-0D93C91C4936}" dt="2023-10-11T12:07:33.048" v="29" actId="20577"/>
          <ac:spMkLst>
            <pc:docMk/>
            <pc:sldMk cId="3890950543" sldId="265"/>
            <ac:spMk id="3" creationId="{73A7D1E5-DCFD-CD81-BB97-836DE861BD3E}"/>
          </ac:spMkLst>
        </pc:spChg>
      </pc:sldChg>
      <pc:sldChg chg="modSp mod modNotesTx">
        <pc:chgData name="David Nuckolls" userId="a46786577b2ed72c" providerId="LiveId" clId="{C998A564-DAAB-4ED6-8506-0D93C91C4936}" dt="2023-10-11T17:49:55.491" v="2570" actId="20577"/>
        <pc:sldMkLst>
          <pc:docMk/>
          <pc:sldMk cId="798731907" sldId="266"/>
        </pc:sldMkLst>
        <pc:spChg chg="mod">
          <ac:chgData name="David Nuckolls" userId="a46786577b2ed72c" providerId="LiveId" clId="{C998A564-DAAB-4ED6-8506-0D93C91C4936}" dt="2023-10-11T17:47:09.449" v="2273" actId="6549"/>
          <ac:spMkLst>
            <pc:docMk/>
            <pc:sldMk cId="798731907" sldId="266"/>
            <ac:spMk id="2" creationId="{D487F587-C0C3-FE4D-0A2E-F36158B9F83D}"/>
          </ac:spMkLst>
        </pc:spChg>
        <pc:spChg chg="mod">
          <ac:chgData name="David Nuckolls" userId="a46786577b2ed72c" providerId="LiveId" clId="{C998A564-DAAB-4ED6-8506-0D93C91C4936}" dt="2023-10-11T12:12:45.273" v="319" actId="20577"/>
          <ac:spMkLst>
            <pc:docMk/>
            <pc:sldMk cId="798731907" sldId="266"/>
            <ac:spMk id="3" creationId="{73A7D1E5-DCFD-CD81-BB97-836DE861BD3E}"/>
          </ac:spMkLst>
        </pc:spChg>
      </pc:sldChg>
      <pc:sldChg chg="modSp mod modNotesTx">
        <pc:chgData name="David Nuckolls" userId="a46786577b2ed72c" providerId="LiveId" clId="{C998A564-DAAB-4ED6-8506-0D93C91C4936}" dt="2023-10-11T17:51:28.666" v="2656" actId="20577"/>
        <pc:sldMkLst>
          <pc:docMk/>
          <pc:sldMk cId="3113884291" sldId="267"/>
        </pc:sldMkLst>
        <pc:spChg chg="mod">
          <ac:chgData name="David Nuckolls" userId="a46786577b2ed72c" providerId="LiveId" clId="{C998A564-DAAB-4ED6-8506-0D93C91C4936}" dt="2023-10-11T17:51:28.666" v="2656" actId="20577"/>
          <ac:spMkLst>
            <pc:docMk/>
            <pc:sldMk cId="3113884291" sldId="267"/>
            <ac:spMk id="2" creationId="{D487F587-C0C3-FE4D-0A2E-F36158B9F83D}"/>
          </ac:spMkLst>
        </pc:spChg>
        <pc:spChg chg="mod">
          <ac:chgData name="David Nuckolls" userId="a46786577b2ed72c" providerId="LiveId" clId="{C998A564-DAAB-4ED6-8506-0D93C91C4936}" dt="2023-10-11T12:38:46.338" v="1814" actId="20577"/>
          <ac:spMkLst>
            <pc:docMk/>
            <pc:sldMk cId="3113884291" sldId="267"/>
            <ac:spMk id="3" creationId="{73A7D1E5-DCFD-CD81-BB97-836DE861BD3E}"/>
          </ac:spMkLst>
        </pc:spChg>
      </pc:sldChg>
      <pc:sldChg chg="modSp add mod modNotesTx">
        <pc:chgData name="David Nuckolls" userId="a46786577b2ed72c" providerId="LiveId" clId="{C998A564-DAAB-4ED6-8506-0D93C91C4936}" dt="2023-10-11T12:43:18.322" v="2149" actId="20577"/>
        <pc:sldMkLst>
          <pc:docMk/>
          <pc:sldMk cId="357584169" sldId="268"/>
        </pc:sldMkLst>
        <pc:spChg chg="mod">
          <ac:chgData name="David Nuckolls" userId="a46786577b2ed72c" providerId="LiveId" clId="{C998A564-DAAB-4ED6-8506-0D93C91C4936}" dt="2023-10-11T12:15:16.025" v="529" actId="20577"/>
          <ac:spMkLst>
            <pc:docMk/>
            <pc:sldMk cId="357584169" sldId="268"/>
            <ac:spMk id="2" creationId="{D487F587-C0C3-FE4D-0A2E-F36158B9F83D}"/>
          </ac:spMkLst>
        </pc:spChg>
      </pc:sldChg>
    </pc:docChg>
  </pc:docChgLst>
  <pc:docChgLst>
    <pc:chgData name="David Nuckolls" userId="a46786577b2ed72c" providerId="LiveId" clId="{0B92B5AB-FE7C-4EF5-B255-D9FEEB91D49E}"/>
    <pc:docChg chg="undo custSel addSld delSld modSld modSection">
      <pc:chgData name="David Nuckolls" userId="a46786577b2ed72c" providerId="LiveId" clId="{0B92B5AB-FE7C-4EF5-B255-D9FEEB91D49E}" dt="2023-11-12T20:43:17.745" v="518" actId="20577"/>
      <pc:docMkLst>
        <pc:docMk/>
      </pc:docMkLst>
      <pc:sldChg chg="modSp mod">
        <pc:chgData name="David Nuckolls" userId="a46786577b2ed72c" providerId="LiveId" clId="{0B92B5AB-FE7C-4EF5-B255-D9FEEB91D49E}" dt="2023-11-12T20:37:18.499" v="201" actId="20577"/>
        <pc:sldMkLst>
          <pc:docMk/>
          <pc:sldMk cId="2593059494" sldId="256"/>
        </pc:sldMkLst>
        <pc:spChg chg="mod">
          <ac:chgData name="David Nuckolls" userId="a46786577b2ed72c" providerId="LiveId" clId="{0B92B5AB-FE7C-4EF5-B255-D9FEEB91D49E}" dt="2023-11-12T20:36:12.427" v="101" actId="20577"/>
          <ac:spMkLst>
            <pc:docMk/>
            <pc:sldMk cId="2593059494" sldId="256"/>
            <ac:spMk id="2" creationId="{E53C8671-7B81-408A-BE4D-FB695D61E859}"/>
          </ac:spMkLst>
        </pc:spChg>
        <pc:spChg chg="mod">
          <ac:chgData name="David Nuckolls" userId="a46786577b2ed72c" providerId="LiveId" clId="{0B92B5AB-FE7C-4EF5-B255-D9FEEB91D49E}" dt="2023-11-12T20:37:18.499" v="201" actId="20577"/>
          <ac:spMkLst>
            <pc:docMk/>
            <pc:sldMk cId="2593059494" sldId="256"/>
            <ac:spMk id="3" creationId="{CDED337E-F2B6-4A9F-971C-9DE54056FE74}"/>
          </ac:spMkLst>
        </pc:spChg>
      </pc:sldChg>
      <pc:sldChg chg="add modNotesTx">
        <pc:chgData name="David Nuckolls" userId="a46786577b2ed72c" providerId="LiveId" clId="{0B92B5AB-FE7C-4EF5-B255-D9FEEB91D49E}" dt="2023-11-12T20:43:17.745" v="518" actId="20577"/>
        <pc:sldMkLst>
          <pc:docMk/>
          <pc:sldMk cId="1862778541" sldId="258"/>
        </pc:sldMkLst>
      </pc:sldChg>
      <pc:sldChg chg="addSp delSp new del mod">
        <pc:chgData name="David Nuckolls" userId="a46786577b2ed72c" providerId="LiveId" clId="{0B92B5AB-FE7C-4EF5-B255-D9FEEB91D49E}" dt="2023-11-12T20:40:05.858" v="208" actId="2696"/>
        <pc:sldMkLst>
          <pc:docMk/>
          <pc:sldMk cId="3145791223" sldId="269"/>
        </pc:sldMkLst>
        <pc:spChg chg="add del">
          <ac:chgData name="David Nuckolls" userId="a46786577b2ed72c" providerId="LiveId" clId="{0B92B5AB-FE7C-4EF5-B255-D9FEEB91D49E}" dt="2023-11-12T20:39:08.839" v="204" actId="22"/>
          <ac:spMkLst>
            <pc:docMk/>
            <pc:sldMk cId="3145791223" sldId="269"/>
            <ac:spMk id="5" creationId="{C09E313B-0349-BF1E-4884-A6790A683EF2}"/>
          </ac:spMkLst>
        </pc:spChg>
        <pc:spChg chg="add del">
          <ac:chgData name="David Nuckolls" userId="a46786577b2ed72c" providerId="LiveId" clId="{0B92B5AB-FE7C-4EF5-B255-D9FEEB91D49E}" dt="2023-11-12T20:39:18.943" v="206" actId="22"/>
          <ac:spMkLst>
            <pc:docMk/>
            <pc:sldMk cId="3145791223" sldId="269"/>
            <ac:spMk id="7" creationId="{FAB91846-4027-A057-C9F4-A7BAC29AD55F}"/>
          </ac:spMkLst>
        </pc:spChg>
      </pc:sldChg>
    </pc:docChg>
  </pc:docChgLst>
</pc:chgInfo>
</file>

<file path=ppt/comments/modernComment_102_6F07BEAD.xml><?xml version="1.0" encoding="utf-8"?>
<p188:cmLst xmlns:a="http://schemas.openxmlformats.org/drawingml/2006/main" xmlns:r="http://schemas.openxmlformats.org/officeDocument/2006/relationships" xmlns:p188="http://schemas.microsoft.com/office/powerpoint/2018/8/main">
  <p188:cm id="{6BDF1517-9667-47F7-9E73-FD31FFD759A8}" authorId="{B647A00F-879D-CBFC-D004-35A5E4E0F88F}" status="resolved" created="2023-04-20T14:30:32.483">
    <pc:sldMkLst xmlns:pc="http://schemas.microsoft.com/office/powerpoint/2013/main/command">
      <pc:docMk/>
      <pc:sldMk cId="1862778541" sldId="258"/>
    </pc:sldMkLst>
    <p188:txBody>
      <a:bodyPr/>
      <a:lstStyle/>
      <a:p>
        <a:r>
          <a:rPr lang="en-US"/>
          <a:t>The purpose is overly tactical toward the event. Edit to ensure the frame is for how it benefits the employee vs. the act of training the class</a:t>
        </a:r>
      </a:p>
    </p188:txBody>
  </p188:cm>
  <p188:cm id="{EABDF866-1487-4592-BE04-1DDDF8EA5E6E}" authorId="{B647A00F-879D-CBFC-D004-35A5E4E0F88F}" status="resolved" created="2023-04-20T14:35:30.511">
    <ac:deMkLst xmlns:ac="http://schemas.microsoft.com/office/drawing/2013/main/command">
      <pc:docMk xmlns:pc="http://schemas.microsoft.com/office/powerpoint/2013/main/command"/>
      <pc:sldMk xmlns:pc="http://schemas.microsoft.com/office/powerpoint/2013/main/command" cId="1862778541" sldId="258"/>
      <ac:spMk id="3" creationId="{FB11943C-DBD0-1EA0-5B03-D6262B295153}"/>
    </ac:deMkLst>
    <p188:txBody>
      <a:bodyPr/>
      <a:lstStyle/>
      <a:p>
        <a:r>
          <a:rPr lang="en-US"/>
          <a:t>The purpose is over-focused on presenting knowledge (what we need to move away from). We need to define and reference the observable or actionalble behaviors that will be gained by taking this course. Outside of a "test or recall," how does one measure knowledge? This class is behavior to keep one safe, and just focusing on "knowledge" we cannot assume being able to do. Refer back to AKSM sheet sent.  What will they be able to achieve/do after taking this course</a:t>
        </a:r>
      </a:p>
    </p188:txBody>
  </p188:cm>
  <p188:cm id="{478E2395-DA36-463B-8B47-B5CF4E22A2C9}" authorId="{B647A00F-879D-CBFC-D004-35A5E4E0F88F}" status="resolved" created="2023-05-11T20:03:49.036">
    <pc:sldMkLst xmlns:pc="http://schemas.microsoft.com/office/powerpoint/2013/main/command">
      <pc:docMk/>
      <pc:sldMk cId="1862778541" sldId="258"/>
    </pc:sldMkLst>
    <p188:txBody>
      <a:bodyPr/>
      <a:lstStyle/>
      <a:p>
        <a:r>
          <a:rPr lang="en-US"/>
          <a:t>5/11 - Payoff is a bit to "general". This needs to a list of items a participant will be able to accomplish via process or skill by completing this session.  You will be able to do XYZ</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8B45989-4096-FC63-2B95-8EC6BEF815E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4E1D51E-2EFC-E1F3-2E50-5DE49EEAA58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6F322D-C3A9-1948-856E-882D1E3B9FC0}" type="datetimeFigureOut">
              <a:rPr lang="en-US" smtClean="0"/>
              <a:t>12/7/2023</a:t>
            </a:fld>
            <a:endParaRPr lang="en-US"/>
          </a:p>
        </p:txBody>
      </p:sp>
      <p:sp>
        <p:nvSpPr>
          <p:cNvPr id="4" name="Footer Placeholder 3">
            <a:extLst>
              <a:ext uri="{FF2B5EF4-FFF2-40B4-BE49-F238E27FC236}">
                <a16:creationId xmlns:a16="http://schemas.microsoft.com/office/drawing/2014/main" id="{705540DD-BC31-3454-273E-3EBCB8B5D86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EAEDBF0-B272-4C64-18BB-125CC9A4403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5F7E2F6-6063-E142-B0A8-444F1BA0F69A}" type="slidenum">
              <a:rPr lang="en-US" smtClean="0"/>
              <a:t>‹#›</a:t>
            </a:fld>
            <a:endParaRPr lang="en-US"/>
          </a:p>
        </p:txBody>
      </p:sp>
    </p:spTree>
    <p:extLst>
      <p:ext uri="{BB962C8B-B14F-4D97-AF65-F5344CB8AC3E}">
        <p14:creationId xmlns:p14="http://schemas.microsoft.com/office/powerpoint/2010/main" val="37292331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470E5C-C683-4724-B1CB-214BB54B4B6E}" type="datetimeFigureOut">
              <a:rPr lang="en-US" smtClean="0"/>
              <a:t>12/7/2023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85FABC-3D4B-438F-8D60-B38ADC6E9A2B}" type="slidenum">
              <a:rPr lang="en-US" smtClean="0"/>
              <a:t>‹#›</a:t>
            </a:fld>
            <a:endParaRPr lang="en-US"/>
          </a:p>
        </p:txBody>
      </p:sp>
    </p:spTree>
    <p:extLst>
      <p:ext uri="{BB962C8B-B14F-4D97-AF65-F5344CB8AC3E}">
        <p14:creationId xmlns:p14="http://schemas.microsoft.com/office/powerpoint/2010/main" val="29957576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forms.office.com.mcas.ms/Pages/DesignPageV2.aspx?origin=NeoPortalPage&amp;subpage=design&amp;id=FpSQQqhLlUGllWrmQCkMfb-tG3xUWXxLvUZxraQ9xtFUMkdDNzg4SEJKSDc4Wk9JSEMwQU1RSzExOC4u"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Time: &lt;1 minute</a:t>
            </a:r>
          </a:p>
        </p:txBody>
      </p:sp>
      <p:sp>
        <p:nvSpPr>
          <p:cNvPr id="4" name="Slide Number Placeholder 3"/>
          <p:cNvSpPr>
            <a:spLocks noGrp="1"/>
          </p:cNvSpPr>
          <p:nvPr>
            <p:ph type="sldNum" sz="quarter" idx="5"/>
          </p:nvPr>
        </p:nvSpPr>
        <p:spPr/>
        <p:txBody>
          <a:bodyPr/>
          <a:lstStyle/>
          <a:p>
            <a:fld id="{CC85FABC-3D4B-438F-8D60-B38ADC6E9A2B}" type="slidenum">
              <a:rPr lang="en-US" smtClean="0"/>
              <a:t>1</a:t>
            </a:fld>
            <a:endParaRPr lang="en-US"/>
          </a:p>
        </p:txBody>
      </p:sp>
    </p:spTree>
    <p:extLst>
      <p:ext uri="{BB962C8B-B14F-4D97-AF65-F5344CB8AC3E}">
        <p14:creationId xmlns:p14="http://schemas.microsoft.com/office/powerpoint/2010/main" val="11596577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time: 3 minutes</a:t>
            </a:r>
          </a:p>
          <a:p>
            <a:endParaRPr lang="en-US" dirty="0"/>
          </a:p>
          <a:p>
            <a:r>
              <a:rPr lang="en-US" dirty="0"/>
              <a:t> - About me</a:t>
            </a:r>
          </a:p>
          <a:p>
            <a:endParaRPr lang="en-US" dirty="0"/>
          </a:p>
          <a:p>
            <a:r>
              <a:rPr lang="en-US" dirty="0"/>
              <a:t>- Create a safe: </a:t>
            </a:r>
          </a:p>
          <a:p>
            <a:endParaRPr lang="en-US" dirty="0"/>
          </a:p>
          <a:p>
            <a:pPr marL="171450" indent="-171450">
              <a:buFont typeface="Arial" panose="020B0604020202020204" pitchFamily="34" charset="0"/>
              <a:buChar char="•"/>
            </a:pPr>
            <a:r>
              <a:rPr lang="en-US" dirty="0"/>
              <a:t>We welcome all levels &amp; types of experiences. </a:t>
            </a:r>
          </a:p>
          <a:p>
            <a:pPr marL="171450" indent="-171450">
              <a:buFont typeface="Arial" panose="020B0604020202020204" pitchFamily="34" charset="0"/>
              <a:buChar char="•"/>
            </a:pPr>
            <a:r>
              <a:rPr lang="en-US" dirty="0"/>
              <a:t>We will ensure every learner has a voice. </a:t>
            </a:r>
          </a:p>
          <a:p>
            <a:pPr marL="171450" indent="-171450">
              <a:buFont typeface="Arial" panose="020B0604020202020204" pitchFamily="34" charset="0"/>
              <a:buChar char="•"/>
            </a:pPr>
            <a:r>
              <a:rPr lang="en-US" dirty="0"/>
              <a:t>We will respect differences.</a:t>
            </a:r>
          </a:p>
          <a:p>
            <a:endParaRPr lang="en-US" dirty="0"/>
          </a:p>
          <a:p>
            <a:r>
              <a:rPr lang="en-US" dirty="0"/>
              <a:t>- </a:t>
            </a:r>
            <a:r>
              <a:rPr lang="en-US" b="0" i="0" dirty="0">
                <a:solidFill>
                  <a:srgbClr val="5A5A5A"/>
                </a:solidFill>
                <a:effectLst/>
                <a:latin typeface="Source Sans Pro" panose="020B0503030403020204" pitchFamily="34" charset="0"/>
              </a:rPr>
              <a:t>Best/worst is a simple icebreaker to implement in your small group. Ask each person to share their best and worst moments from the previous week. This is an easy one to use and gives you good feedback on how the people in your group are doing in a general sense. </a:t>
            </a: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CC85FABC-3D4B-438F-8D60-B38ADC6E9A2B}" type="slidenum">
              <a:rPr lang="en-US" smtClean="0"/>
              <a:t>2</a:t>
            </a:fld>
            <a:endParaRPr lang="en-US"/>
          </a:p>
        </p:txBody>
      </p:sp>
    </p:spTree>
    <p:extLst>
      <p:ext uri="{BB962C8B-B14F-4D97-AF65-F5344CB8AC3E}">
        <p14:creationId xmlns:p14="http://schemas.microsoft.com/office/powerpoint/2010/main" val="13527373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time – 2 min.</a:t>
            </a:r>
          </a:p>
          <a:p>
            <a:r>
              <a:rPr lang="en-US" dirty="0"/>
              <a:t>Intent – explain the “Purpose, Process, and Payoff”</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r>
              <a:rPr lang="en-US" b="1" dirty="0"/>
              <a:t>Purpose (WIIFM) – Why does this content deserve to exist: </a:t>
            </a:r>
            <a:r>
              <a:rPr lang="en-US" b="0" dirty="0"/>
              <a:t>Fo</a:t>
            </a:r>
            <a:r>
              <a:rPr lang="en-US" dirty="0"/>
              <a:t>llowing the process will help you keep a well-maintained lawn that can act as a point of personal pride while also avoiding fines from HOA’s or the local jurisdiction due to an unsightly appearance. Put another way,</a:t>
            </a:r>
            <a:r>
              <a:rPr lang="en-US" dirty="0">
                <a:highlight>
                  <a:srgbClr val="FFFF00"/>
                </a:highlight>
              </a:rPr>
              <a:t> </a:t>
            </a:r>
            <a:r>
              <a:rPr kumimoji="0" lang="en-US" sz="1200" b="0" i="0" u="none" strike="noStrike" kern="1200" cap="none" spc="0" normalizeH="0" baseline="0" noProof="0" dirty="0">
                <a:ln>
                  <a:noFill/>
                </a:ln>
                <a:solidFill>
                  <a:srgbClr val="1D4F91"/>
                </a:solidFill>
                <a:effectLst/>
                <a:highlight>
                  <a:srgbClr val="FFFF00"/>
                </a:highlight>
                <a:uLnTx/>
                <a:uFillTx/>
                <a:latin typeface="Calibri Light"/>
                <a:ea typeface="+mn-ea"/>
                <a:cs typeface="Times New Roman"/>
              </a:rPr>
              <a:t>t</a:t>
            </a:r>
            <a:r>
              <a:rPr kumimoji="0" lang="en-US" sz="1200" b="0" i="0" u="none" strike="noStrike" kern="1200" cap="none" spc="0" normalizeH="0" baseline="0" noProof="0" dirty="0">
                <a:ln>
                  <a:noFill/>
                </a:ln>
                <a:solidFill>
                  <a:srgbClr val="1D4F91"/>
                </a:solidFill>
                <a:effectLst/>
                <a:uLnTx/>
                <a:uFillTx/>
                <a:latin typeface="Calibri Light"/>
                <a:ea typeface="+mn-ea"/>
                <a:cs typeface="Times New Roman"/>
              </a:rPr>
              <a:t>his course addresses guide </a:t>
            </a:r>
            <a:r>
              <a:rPr lang="en-US" sz="1200" dirty="0">
                <a:solidFill>
                  <a:srgbClr val="1D4F91"/>
                </a:solidFill>
                <a:latin typeface="Calibri Light"/>
                <a:cs typeface="Times New Roman"/>
              </a:rPr>
              <a:t>individuals transfer knowledge of how to effectively keep your lawn looking good and while avoiding injuries to yourself and others.</a:t>
            </a:r>
            <a:endParaRPr kumimoji="0" lang="en-US" sz="1400" b="1" i="0" u="none" strike="noStrike" kern="1200" cap="none" spc="0" normalizeH="0" baseline="0" noProof="0" dirty="0">
              <a:ln>
                <a:noFill/>
              </a:ln>
              <a:solidFill>
                <a:srgbClr val="1D4F91"/>
              </a:solidFill>
              <a:effectLst/>
              <a:uLnTx/>
              <a:uFillTx/>
              <a:latin typeface="Segoe UI"/>
              <a:ea typeface="+mn-ea"/>
              <a:cs typeface="+mn-cs"/>
            </a:endParaRPr>
          </a:p>
          <a:p>
            <a:endParaRPr lang="en-US" dirty="0">
              <a:highlight>
                <a:srgbClr val="FFFF00"/>
              </a:highlight>
            </a:endParaRPr>
          </a:p>
          <a:p>
            <a:endParaRPr lang="en-US" dirty="0"/>
          </a:p>
          <a:p>
            <a:r>
              <a:rPr lang="en-US" dirty="0"/>
              <a:t>- </a:t>
            </a:r>
            <a:r>
              <a:rPr lang="en-US" b="1" dirty="0"/>
              <a:t>Process: </a:t>
            </a:r>
            <a:r>
              <a:rPr lang="en-US" dirty="0"/>
              <a:t>We’re going to teach you:</a:t>
            </a:r>
          </a:p>
          <a:p>
            <a:endParaRPr lang="en-US" dirty="0"/>
          </a:p>
          <a:p>
            <a:r>
              <a:rPr lang="en-US" dirty="0"/>
              <a:t>	1. How often a lawn should be mowed</a:t>
            </a:r>
          </a:p>
          <a:p>
            <a:r>
              <a:rPr lang="en-US" dirty="0"/>
              <a:t>	2. What time of day a lawn should be mowed</a:t>
            </a:r>
          </a:p>
          <a:p>
            <a:r>
              <a:rPr lang="en-US" dirty="0"/>
              <a:t>	3. What the ideal height of the grass should be once mowed</a:t>
            </a:r>
          </a:p>
          <a:p>
            <a:r>
              <a:rPr lang="en-US" dirty="0"/>
              <a:t>	4. What can go wrong if we’re unsafe</a:t>
            </a:r>
          </a:p>
          <a:p>
            <a:r>
              <a:rPr lang="en-US" dirty="0"/>
              <a:t>	5. Best practices for lawn mowing safety</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r>
              <a:rPr lang="en-US" b="1" dirty="0"/>
              <a:t>Payoff:</a:t>
            </a:r>
            <a:r>
              <a:rPr lang="en-US" dirty="0"/>
              <a:t> </a:t>
            </a:r>
            <a:r>
              <a:rPr kumimoji="0" lang="en-US" sz="1200" b="0" i="0" u="none" strike="noStrike" kern="1200" cap="none" spc="0" normalizeH="0" baseline="0" noProof="0" dirty="0">
                <a:ln>
                  <a:noFill/>
                </a:ln>
                <a:solidFill>
                  <a:srgbClr val="1D4F91"/>
                </a:solidFill>
                <a:effectLst/>
                <a:uLnTx/>
                <a:uFillTx/>
                <a:latin typeface="Calibri Light"/>
                <a:ea typeface="+mn-ea"/>
                <a:cs typeface="Times New Roman"/>
              </a:rPr>
              <a:t>You will key attributes of a well-maintained lawn and how to perform the work safely.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5FABC-3D4B-438F-8D60-B38ADC6E9A2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653262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None/>
            </a:pPr>
            <a:r>
              <a:rPr lang="en-US" dirty="0"/>
              <a:t>Slide time: 1 minute</a:t>
            </a:r>
          </a:p>
          <a:p>
            <a:pPr algn="l">
              <a:buFont typeface="+mj-lt"/>
              <a:buNone/>
            </a:pPr>
            <a:endParaRPr lang="en-US" dirty="0"/>
          </a:p>
          <a:p>
            <a:pPr algn="l">
              <a:buFont typeface="+mj-lt"/>
              <a:buNone/>
            </a:pPr>
            <a:endParaRPr lang="en-US" dirty="0"/>
          </a:p>
          <a:p>
            <a:pPr algn="l">
              <a:buFont typeface="+mj-lt"/>
              <a:buNone/>
            </a:pPr>
            <a:r>
              <a:rPr lang="en-US" dirty="0"/>
              <a:t>How often should you mow your lawn – A rule of thumb for a well-manicured lawn is to mow once a week during the growing season</a:t>
            </a:r>
          </a:p>
          <a:p>
            <a:pPr algn="l">
              <a:buFont typeface="+mj-lt"/>
              <a:buNone/>
            </a:pPr>
            <a:endParaRPr lang="en-US" dirty="0"/>
          </a:p>
          <a:p>
            <a:pPr algn="l">
              <a:buFont typeface="+mj-lt"/>
              <a:buNone/>
            </a:pPr>
            <a:endParaRPr lang="en-US" dirty="0"/>
          </a:p>
          <a:p>
            <a:pPr algn="l">
              <a:buFont typeface="+mj-lt"/>
              <a:buNone/>
            </a:pPr>
            <a:r>
              <a:rPr lang="en-US" dirty="0"/>
              <a:t>Why – If mowed more frequently, you risk cutting it too short leading to overexposure of the elements. If mowed less frequently, your mower is more likely to become clogged and…..it just doesn’t look as nice.</a:t>
            </a:r>
          </a:p>
          <a:p>
            <a:pPr algn="l">
              <a:buFont typeface="+mj-lt"/>
              <a:buNone/>
            </a:pPr>
            <a:endParaRPr lang="en-US" dirty="0"/>
          </a:p>
          <a:p>
            <a:pPr algn="l">
              <a:buFont typeface="+mj-lt"/>
              <a:buNone/>
            </a:pPr>
            <a:endParaRPr lang="en-US" dirty="0"/>
          </a:p>
        </p:txBody>
      </p:sp>
      <p:sp>
        <p:nvSpPr>
          <p:cNvPr id="4" name="Slide Number Placeholder 3"/>
          <p:cNvSpPr>
            <a:spLocks noGrp="1"/>
          </p:cNvSpPr>
          <p:nvPr>
            <p:ph type="sldNum" sz="quarter" idx="5"/>
          </p:nvPr>
        </p:nvSpPr>
        <p:spPr/>
        <p:txBody>
          <a:bodyPr/>
          <a:lstStyle/>
          <a:p>
            <a:fld id="{CC85FABC-3D4B-438F-8D60-B38ADC6E9A2B}" type="slidenum">
              <a:rPr lang="en-US" smtClean="0"/>
              <a:t>4</a:t>
            </a:fld>
            <a:endParaRPr lang="en-US"/>
          </a:p>
        </p:txBody>
      </p:sp>
    </p:spTree>
    <p:extLst>
      <p:ext uri="{BB962C8B-B14F-4D97-AF65-F5344CB8AC3E}">
        <p14:creationId xmlns:p14="http://schemas.microsoft.com/office/powerpoint/2010/main" val="23662757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None/>
            </a:pPr>
            <a:r>
              <a:rPr lang="en-US" dirty="0"/>
              <a:t>Slide time: 1 minute</a:t>
            </a:r>
          </a:p>
          <a:p>
            <a:pPr algn="l">
              <a:buFont typeface="+mj-lt"/>
              <a:buNone/>
            </a:pPr>
            <a:endParaRPr lang="en-US" dirty="0"/>
          </a:p>
          <a:p>
            <a:pPr algn="l">
              <a:buFont typeface="+mj-lt"/>
              <a:buNone/>
            </a:pPr>
            <a:r>
              <a:rPr lang="en-US" dirty="0"/>
              <a:t>What time of time should you mow the lawn – Between 8am and 10am</a:t>
            </a:r>
          </a:p>
          <a:p>
            <a:pPr algn="l">
              <a:buFont typeface="+mj-lt"/>
              <a:buNone/>
            </a:pPr>
            <a:endParaRPr lang="en-US" dirty="0"/>
          </a:p>
          <a:p>
            <a:pPr algn="l">
              <a:buFont typeface="+mj-lt"/>
              <a:buNone/>
            </a:pPr>
            <a:endParaRPr lang="en-US" dirty="0"/>
          </a:p>
          <a:p>
            <a:pPr algn="l">
              <a:buFont typeface="+mj-lt"/>
              <a:buNone/>
            </a:pPr>
            <a:r>
              <a:rPr lang="en-US" dirty="0"/>
              <a:t>Why – It allows enough time for dew to dry allowing blades of grass to perk back up while avoiding the hottest temperatures of the day.</a:t>
            </a:r>
          </a:p>
          <a:p>
            <a:pPr algn="l">
              <a:buFont typeface="+mj-lt"/>
              <a:buNone/>
            </a:pPr>
            <a:endParaRPr lang="en-US" dirty="0"/>
          </a:p>
          <a:p>
            <a:pPr algn="l">
              <a:buFont typeface="+mj-lt"/>
              <a:buNone/>
            </a:pPr>
            <a:endParaRPr lang="en-US" dirty="0"/>
          </a:p>
          <a:p>
            <a:pPr algn="l">
              <a:buFont typeface="+mj-lt"/>
              <a:buNone/>
            </a:pPr>
            <a:endParaRPr lang="en-US" dirty="0"/>
          </a:p>
        </p:txBody>
      </p:sp>
      <p:sp>
        <p:nvSpPr>
          <p:cNvPr id="4" name="Slide Number Placeholder 3"/>
          <p:cNvSpPr>
            <a:spLocks noGrp="1"/>
          </p:cNvSpPr>
          <p:nvPr>
            <p:ph type="sldNum" sz="quarter" idx="5"/>
          </p:nvPr>
        </p:nvSpPr>
        <p:spPr/>
        <p:txBody>
          <a:bodyPr/>
          <a:lstStyle/>
          <a:p>
            <a:fld id="{CC85FABC-3D4B-438F-8D60-B38ADC6E9A2B}" type="slidenum">
              <a:rPr lang="en-US" smtClean="0"/>
              <a:t>5</a:t>
            </a:fld>
            <a:endParaRPr lang="en-US"/>
          </a:p>
        </p:txBody>
      </p:sp>
    </p:spTree>
    <p:extLst>
      <p:ext uri="{BB962C8B-B14F-4D97-AF65-F5344CB8AC3E}">
        <p14:creationId xmlns:p14="http://schemas.microsoft.com/office/powerpoint/2010/main" val="39820862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None/>
            </a:pPr>
            <a:r>
              <a:rPr lang="en-US" dirty="0"/>
              <a:t>Slide time: 1 minute</a:t>
            </a:r>
          </a:p>
          <a:p>
            <a:pPr algn="l">
              <a:buFont typeface="+mj-lt"/>
              <a:buNone/>
            </a:pPr>
            <a:endParaRPr lang="en-US" dirty="0"/>
          </a:p>
          <a:p>
            <a:pPr algn="l">
              <a:buFont typeface="+mj-lt"/>
              <a:buNone/>
            </a:pPr>
            <a:r>
              <a:rPr lang="en-US" dirty="0"/>
              <a:t>What is the ideal height we should keep the grass – Rule of thumb is to keep your grass ~2” tall.</a:t>
            </a:r>
          </a:p>
          <a:p>
            <a:pPr algn="l">
              <a:buFont typeface="+mj-lt"/>
              <a:buNone/>
            </a:pPr>
            <a:endParaRPr lang="en-US" dirty="0"/>
          </a:p>
          <a:p>
            <a:pPr algn="l">
              <a:buFont typeface="+mj-lt"/>
              <a:buNone/>
            </a:pPr>
            <a:endParaRPr lang="en-US" dirty="0"/>
          </a:p>
          <a:p>
            <a:pPr algn="l">
              <a:buFont typeface="+mj-lt"/>
              <a:buNone/>
            </a:pPr>
            <a:r>
              <a:rPr lang="en-US" dirty="0"/>
              <a:t>Why – Grass that’s cut too short is more susceptible to weeds, drought and heat damage.</a:t>
            </a:r>
          </a:p>
          <a:p>
            <a:pPr algn="l">
              <a:buFont typeface="+mj-lt"/>
              <a:buNone/>
            </a:pPr>
            <a:endParaRPr lang="en-US" dirty="0"/>
          </a:p>
          <a:p>
            <a:pPr algn="l">
              <a:buFont typeface="+mj-lt"/>
              <a:buNone/>
            </a:pPr>
            <a:endParaRPr lang="en-US" dirty="0"/>
          </a:p>
          <a:p>
            <a:pPr algn="l">
              <a:buFont typeface="+mj-lt"/>
              <a:buNone/>
            </a:pPr>
            <a:r>
              <a:rPr lang="en-US" dirty="0"/>
              <a:t>TOFU: How often should we mow the lawn: 1 per week</a:t>
            </a:r>
          </a:p>
          <a:p>
            <a:pPr algn="l">
              <a:buFont typeface="+mj-lt"/>
              <a:buNone/>
            </a:pPr>
            <a:r>
              <a:rPr lang="en-US" dirty="0"/>
              <a:t>TOFU: What time of day is best to mow: Between 8am and 10am</a:t>
            </a:r>
          </a:p>
          <a:p>
            <a:pPr algn="l">
              <a:buFont typeface="+mj-lt"/>
              <a:buNone/>
            </a:pPr>
            <a:r>
              <a:rPr lang="en-US" dirty="0"/>
              <a:t>TOFU: What is the ideal height we should keep our grass: 2 inches tall</a:t>
            </a:r>
          </a:p>
        </p:txBody>
      </p:sp>
      <p:sp>
        <p:nvSpPr>
          <p:cNvPr id="4" name="Slide Number Placeholder 3"/>
          <p:cNvSpPr>
            <a:spLocks noGrp="1"/>
          </p:cNvSpPr>
          <p:nvPr>
            <p:ph type="sldNum" sz="quarter" idx="5"/>
          </p:nvPr>
        </p:nvSpPr>
        <p:spPr/>
        <p:txBody>
          <a:bodyPr/>
          <a:lstStyle/>
          <a:p>
            <a:fld id="{CC85FABC-3D4B-438F-8D60-B38ADC6E9A2B}" type="slidenum">
              <a:rPr lang="en-US" smtClean="0"/>
              <a:t>6</a:t>
            </a:fld>
            <a:endParaRPr lang="en-US"/>
          </a:p>
        </p:txBody>
      </p:sp>
    </p:spTree>
    <p:extLst>
      <p:ext uri="{BB962C8B-B14F-4D97-AF65-F5344CB8AC3E}">
        <p14:creationId xmlns:p14="http://schemas.microsoft.com/office/powerpoint/2010/main" val="41911496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None/>
            </a:pPr>
            <a:r>
              <a:rPr lang="en-US" b="0" dirty="0"/>
              <a:t>Slide Time: 3 minutes</a:t>
            </a:r>
          </a:p>
          <a:p>
            <a:pPr algn="l">
              <a:buFont typeface="+mj-lt"/>
              <a:buNone/>
            </a:pPr>
            <a:endParaRPr lang="en-US" b="0" dirty="0"/>
          </a:p>
          <a:p>
            <a:pPr algn="l">
              <a:buFont typeface="+mj-lt"/>
              <a:buNone/>
            </a:pPr>
            <a:r>
              <a:rPr lang="en-US" b="0" dirty="0"/>
              <a:t>Role</a:t>
            </a:r>
            <a:r>
              <a:rPr lang="en-US" b="0"/>
              <a:t>: Teacher</a:t>
            </a:r>
            <a:endParaRPr lang="en-US" b="0" dirty="0"/>
          </a:p>
          <a:p>
            <a:pPr algn="l">
              <a:buFont typeface="+mj-lt"/>
              <a:buNone/>
            </a:pPr>
            <a:endParaRPr lang="en-US" b="1" dirty="0"/>
          </a:p>
          <a:p>
            <a:pPr algn="l">
              <a:buFont typeface="+mj-lt"/>
              <a:buNone/>
            </a:pPr>
            <a:r>
              <a:rPr lang="en-US" b="1" dirty="0"/>
              <a:t>Mowing Injury Facts:</a:t>
            </a:r>
          </a:p>
          <a:p>
            <a:pPr algn="l">
              <a:buFont typeface="+mj-lt"/>
              <a:buNone/>
            </a:pPr>
            <a:r>
              <a:rPr lang="en-US" dirty="0"/>
              <a:t> </a:t>
            </a:r>
          </a:p>
          <a:p>
            <a:pPr marL="228600" indent="-228600" algn="l">
              <a:buFont typeface="+mj-lt"/>
              <a:buAutoNum type="arabicPeriod"/>
            </a:pPr>
            <a:r>
              <a:rPr lang="en-US" dirty="0"/>
              <a:t>74k lawnmowing-related injuries occur in the US annually.</a:t>
            </a:r>
          </a:p>
          <a:p>
            <a:pPr marL="228600" indent="-228600" algn="l">
              <a:buFont typeface="+mj-lt"/>
              <a:buAutoNum type="arabicPeriod"/>
            </a:pPr>
            <a:r>
              <a:rPr lang="en-US" dirty="0"/>
              <a:t>¼ of the injuries involve the hands, wrists, and fingers.</a:t>
            </a:r>
          </a:p>
          <a:p>
            <a:pPr marL="228600" indent="-228600" algn="l">
              <a:buFont typeface="+mj-lt"/>
              <a:buAutoNum type="arabicPeriod"/>
            </a:pPr>
            <a:r>
              <a:rPr lang="en-US" dirty="0"/>
              <a:t>¼ of hand injuries involving lawnmowers result in amputation and shortening of hands, fingers, or </a:t>
            </a:r>
            <a:r>
              <a:rPr lang="en-US" dirty="0" err="1"/>
              <a:t>writsts</a:t>
            </a:r>
            <a:r>
              <a:rPr lang="en-US" dirty="0"/>
              <a:t>.</a:t>
            </a:r>
          </a:p>
          <a:p>
            <a:pPr marL="228600" indent="-228600" algn="l">
              <a:buFont typeface="+mj-lt"/>
              <a:buAutoNum type="arabicPeriod"/>
            </a:pPr>
            <a:endParaRPr lang="en-US" dirty="0"/>
          </a:p>
          <a:p>
            <a:pPr marL="228600" indent="-228600" algn="l">
              <a:buFont typeface="+mj-lt"/>
              <a:buAutoNum type="arabicPeriod"/>
            </a:pPr>
            <a:endParaRPr lang="en-US" dirty="0"/>
          </a:p>
          <a:p>
            <a:pPr marL="0" indent="0" algn="l">
              <a:buFont typeface="+mj-lt"/>
              <a:buNone/>
            </a:pPr>
            <a:r>
              <a:rPr lang="en-US" b="1" dirty="0"/>
              <a:t>Best Practices:</a:t>
            </a:r>
          </a:p>
          <a:p>
            <a:pPr marL="0" indent="0" algn="l">
              <a:buFont typeface="+mj-lt"/>
              <a:buNone/>
            </a:pPr>
            <a:endParaRPr lang="en-US" dirty="0"/>
          </a:p>
          <a:p>
            <a:pPr marL="228600" indent="-228600">
              <a:buFont typeface="+mj-lt"/>
              <a:buAutoNum type="arabicPeriod"/>
            </a:pPr>
            <a:r>
              <a:rPr lang="en-US" dirty="0"/>
              <a:t>Never let kids play around/near around a mower or around anyone mowing a lawn to avoid shrapnel or being caught in mowers path.</a:t>
            </a:r>
          </a:p>
          <a:p>
            <a:pPr marL="228600" indent="-228600">
              <a:buFont typeface="+mj-lt"/>
              <a:buAutoNum type="arabicPeriod"/>
            </a:pPr>
            <a:r>
              <a:rPr lang="en-US" dirty="0"/>
              <a:t>Do not use substances that would impair your ability to react to changing conditions</a:t>
            </a:r>
          </a:p>
          <a:p>
            <a:pPr marL="228600" indent="-228600">
              <a:buFont typeface="+mj-lt"/>
              <a:buAutoNum type="arabicPeriod"/>
            </a:pPr>
            <a:r>
              <a:rPr lang="en-US" dirty="0"/>
              <a:t>Avoid cutting in damp or wet conditions after a rainstorm. Damp grass is much more likely to clog the mower, setting up for a dangerous condition</a:t>
            </a:r>
          </a:p>
          <a:p>
            <a:pPr marL="228600" indent="-228600">
              <a:buFont typeface="+mj-lt"/>
              <a:buAutoNum type="arabicPeriod"/>
            </a:pPr>
            <a:r>
              <a:rPr lang="en-US" dirty="0"/>
              <a:t>If clogged, stop engine, remove keys and make sure any brakes or safety mechanisms are in place.</a:t>
            </a:r>
          </a:p>
          <a:p>
            <a:pPr marL="228600" indent="-228600">
              <a:buFont typeface="+mj-lt"/>
              <a:buAutoNum type="arabicPeriod"/>
            </a:pPr>
            <a:r>
              <a:rPr lang="en-US" dirty="0"/>
              <a:t>To unclog the mower, do not use your hands, feet or any other part of your body. Use a broom handle or long stick to remove/unclog the grass.</a:t>
            </a:r>
          </a:p>
          <a:p>
            <a:pPr marL="228600" indent="-228600">
              <a:buFont typeface="+mj-lt"/>
              <a:buAutoNum type="arabicPeriod"/>
            </a:pPr>
            <a:r>
              <a:rPr lang="en-US" dirty="0"/>
              <a:t>Pay caution to mowing on hills to avoid possible tip over of the mower.</a:t>
            </a:r>
          </a:p>
          <a:p>
            <a:pPr marL="0" indent="0" algn="l">
              <a:buFont typeface="+mj-lt"/>
              <a:buNone/>
            </a:pPr>
            <a:endParaRPr lang="en-US" dirty="0"/>
          </a:p>
        </p:txBody>
      </p:sp>
      <p:sp>
        <p:nvSpPr>
          <p:cNvPr id="4" name="Slide Number Placeholder 3"/>
          <p:cNvSpPr>
            <a:spLocks noGrp="1"/>
          </p:cNvSpPr>
          <p:nvPr>
            <p:ph type="sldNum" sz="quarter" idx="5"/>
          </p:nvPr>
        </p:nvSpPr>
        <p:spPr/>
        <p:txBody>
          <a:bodyPr/>
          <a:lstStyle/>
          <a:p>
            <a:fld id="{CC85FABC-3D4B-438F-8D60-B38ADC6E9A2B}" type="slidenum">
              <a:rPr lang="en-US" smtClean="0"/>
              <a:t>7</a:t>
            </a:fld>
            <a:endParaRPr lang="en-US"/>
          </a:p>
        </p:txBody>
      </p:sp>
    </p:spTree>
    <p:extLst>
      <p:ext uri="{BB962C8B-B14F-4D97-AF65-F5344CB8AC3E}">
        <p14:creationId xmlns:p14="http://schemas.microsoft.com/office/powerpoint/2010/main" val="9461070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Slide time: 4 minutes</a:t>
            </a:r>
          </a:p>
          <a:p>
            <a:pPr marL="228600" indent="-228600">
              <a:buAutoNum type="arabicPeriod"/>
            </a:pPr>
            <a:endParaRPr lang="en-US" dirty="0"/>
          </a:p>
          <a:p>
            <a:pPr marL="0" indent="0">
              <a:buNone/>
            </a:pPr>
            <a:r>
              <a:rPr lang="en-US" dirty="0"/>
              <a:t>Role: Teach/Coach/Pilot</a:t>
            </a:r>
          </a:p>
          <a:p>
            <a:pPr marL="0" indent="0">
              <a:buNone/>
            </a:pPr>
            <a:endParaRPr lang="en-US" dirty="0"/>
          </a:p>
          <a:p>
            <a:pPr marL="0" indent="0">
              <a:buNone/>
            </a:pPr>
            <a:r>
              <a:rPr lang="en-US" dirty="0">
                <a:hlinkClick r:id="rId3"/>
              </a:rPr>
              <a:t>E2A - Lawn Mowing Safety Activity (mcas.ms)</a:t>
            </a:r>
            <a:endParaRPr lang="en-US" dirty="0"/>
          </a:p>
          <a:p>
            <a:pPr marL="228600" indent="-228600">
              <a:buAutoNum type="arabicPeriod"/>
            </a:pPr>
            <a:endParaRPr lang="en-US" dirty="0"/>
          </a:p>
          <a:p>
            <a:pPr marL="0" indent="0">
              <a:buNone/>
            </a:pPr>
            <a:r>
              <a:rPr lang="en-US" dirty="0"/>
              <a:t>1. Introduce</a:t>
            </a:r>
          </a:p>
          <a:p>
            <a:pPr marL="0" indent="0">
              <a:buNone/>
            </a:pPr>
            <a:r>
              <a:rPr lang="en-US" dirty="0"/>
              <a:t>2. Explain</a:t>
            </a:r>
          </a:p>
          <a:p>
            <a:pPr marL="0" indent="0">
              <a:buNone/>
            </a:pPr>
            <a:r>
              <a:rPr lang="en-US" dirty="0"/>
              <a:t>3. Demonstrate</a:t>
            </a:r>
          </a:p>
          <a:p>
            <a:pPr marL="0" indent="0">
              <a:buNone/>
            </a:pPr>
            <a:r>
              <a:rPr lang="en-US" dirty="0"/>
              <a:t>4. Debrief</a:t>
            </a:r>
          </a:p>
          <a:p>
            <a:pPr marL="0" indent="0">
              <a:buNone/>
            </a:pPr>
            <a:r>
              <a:rPr lang="en-US" dirty="0"/>
              <a:t>5. Transition</a:t>
            </a:r>
          </a:p>
          <a:p>
            <a:pPr marL="228600" indent="-228600">
              <a:buAutoNum type="arabicPeriod"/>
            </a:pPr>
            <a:endParaRPr lang="en-US" dirty="0"/>
          </a:p>
        </p:txBody>
      </p:sp>
      <p:sp>
        <p:nvSpPr>
          <p:cNvPr id="4" name="Slide Number Placeholder 3"/>
          <p:cNvSpPr>
            <a:spLocks noGrp="1"/>
          </p:cNvSpPr>
          <p:nvPr>
            <p:ph type="sldNum" sz="quarter" idx="5"/>
          </p:nvPr>
        </p:nvSpPr>
        <p:spPr/>
        <p:txBody>
          <a:bodyPr/>
          <a:lstStyle/>
          <a:p>
            <a:fld id="{CC85FABC-3D4B-438F-8D60-B38ADC6E9A2B}" type="slidenum">
              <a:rPr lang="en-US" smtClean="0"/>
              <a:t>8</a:t>
            </a:fld>
            <a:endParaRPr lang="en-US"/>
          </a:p>
        </p:txBody>
      </p:sp>
    </p:spTree>
    <p:extLst>
      <p:ext uri="{BB962C8B-B14F-4D97-AF65-F5344CB8AC3E}">
        <p14:creationId xmlns:p14="http://schemas.microsoft.com/office/powerpoint/2010/main" val="22398654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time: 3 minutes</a:t>
            </a:r>
          </a:p>
          <a:p>
            <a:endParaRPr lang="en-US" dirty="0"/>
          </a:p>
          <a:p>
            <a:r>
              <a:rPr lang="en-US" dirty="0"/>
              <a:t>Role: Facilitator/Coach</a:t>
            </a:r>
          </a:p>
          <a:p>
            <a:endParaRPr lang="en-US" dirty="0"/>
          </a:p>
          <a:p>
            <a:r>
              <a:rPr lang="en-US" dirty="0"/>
              <a:t>“Now, having learned about how often to mow, what time to mow, ideal height of grass and general mowing safety, how would you handle the following situation:”</a:t>
            </a:r>
          </a:p>
          <a:p>
            <a:endParaRPr lang="en-US" dirty="0"/>
          </a:p>
          <a:p>
            <a:r>
              <a:rPr lang="en-US" b="1" dirty="0"/>
              <a:t>[Facilitator Conceptual Question - Directional] Scenario 1 possible answer: </a:t>
            </a:r>
            <a:r>
              <a:rPr lang="en-US" dirty="0"/>
              <a:t>Let the kids know they’ll need to move while you’re mowing for their safety or just wait until you get back from your trip. </a:t>
            </a:r>
          </a:p>
          <a:p>
            <a:endParaRPr lang="en-US" dirty="0"/>
          </a:p>
        </p:txBody>
      </p:sp>
      <p:sp>
        <p:nvSpPr>
          <p:cNvPr id="4" name="Slide Number Placeholder 3"/>
          <p:cNvSpPr>
            <a:spLocks noGrp="1"/>
          </p:cNvSpPr>
          <p:nvPr>
            <p:ph type="sldNum" sz="quarter" idx="5"/>
          </p:nvPr>
        </p:nvSpPr>
        <p:spPr/>
        <p:txBody>
          <a:bodyPr/>
          <a:lstStyle/>
          <a:p>
            <a:fld id="{CC85FABC-3D4B-438F-8D60-B38ADC6E9A2B}" type="slidenum">
              <a:rPr lang="en-US" smtClean="0"/>
              <a:t>9</a:t>
            </a:fld>
            <a:endParaRPr lang="en-US"/>
          </a:p>
        </p:txBody>
      </p:sp>
    </p:spTree>
    <p:extLst>
      <p:ext uri="{BB962C8B-B14F-4D97-AF65-F5344CB8AC3E}">
        <p14:creationId xmlns:p14="http://schemas.microsoft.com/office/powerpoint/2010/main" val="28915602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time: 3 minutes</a:t>
            </a:r>
          </a:p>
          <a:p>
            <a:endParaRPr lang="en-US" dirty="0"/>
          </a:p>
          <a:p>
            <a:r>
              <a:rPr lang="en-US" dirty="0"/>
              <a:t>Role: Facilitator/Coach</a:t>
            </a:r>
          </a:p>
          <a:p>
            <a:endParaRPr lang="en-US" dirty="0"/>
          </a:p>
          <a:p>
            <a:r>
              <a:rPr lang="en-US" dirty="0"/>
              <a:t>“Now, having learned about how often to mow, what time to mow, ideal height of grass and general mowing safety, how would you handle the following situation:”</a:t>
            </a:r>
          </a:p>
          <a:p>
            <a:endParaRPr lang="en-US" dirty="0"/>
          </a:p>
          <a:p>
            <a:r>
              <a:rPr lang="en-US" b="1" dirty="0"/>
              <a:t>[Facilitator Conceptual Question – Directional] Scenario 2 possible answer: </a:t>
            </a:r>
            <a:r>
              <a:rPr lang="en-US" dirty="0"/>
              <a:t>Because the lawn is still wet from dew. That means the blades of grass aren’t standing fully upright which can lead to the grass not being cut to the ideal height. Additionally, cutting wet grass can lead to a clogged mower, which means additional time and safety measures must be taken to unclog the mower to keep your hands and fingers safe.</a:t>
            </a:r>
          </a:p>
        </p:txBody>
      </p:sp>
      <p:sp>
        <p:nvSpPr>
          <p:cNvPr id="4" name="Slide Number Placeholder 3"/>
          <p:cNvSpPr>
            <a:spLocks noGrp="1"/>
          </p:cNvSpPr>
          <p:nvPr>
            <p:ph type="sldNum" sz="quarter" idx="5"/>
          </p:nvPr>
        </p:nvSpPr>
        <p:spPr/>
        <p:txBody>
          <a:bodyPr/>
          <a:lstStyle/>
          <a:p>
            <a:fld id="{CC85FABC-3D4B-438F-8D60-B38ADC6E9A2B}" type="slidenum">
              <a:rPr lang="en-US" smtClean="0"/>
              <a:t>10</a:t>
            </a:fld>
            <a:endParaRPr lang="en-US"/>
          </a:p>
        </p:txBody>
      </p:sp>
    </p:spTree>
    <p:extLst>
      <p:ext uri="{BB962C8B-B14F-4D97-AF65-F5344CB8AC3E}">
        <p14:creationId xmlns:p14="http://schemas.microsoft.com/office/powerpoint/2010/main" val="32160201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time: 1 minute</a:t>
            </a:r>
          </a:p>
          <a:p>
            <a:endParaRPr lang="en-US" dirty="0"/>
          </a:p>
          <a:p>
            <a:r>
              <a:rPr lang="en-US" dirty="0"/>
              <a:t>Role: Pilot/Coach</a:t>
            </a:r>
          </a:p>
          <a:p>
            <a:endParaRPr lang="en-US" dirty="0"/>
          </a:p>
          <a:p>
            <a:r>
              <a:rPr lang="en-US" dirty="0"/>
              <a:t>- In the “what we’ve talked about section”, restate the initial 5 outcomes intended by taking this training (first addressed in the Payoff Section of “Purpose, Process, Payoff” on slide 3. </a:t>
            </a:r>
          </a:p>
          <a:p>
            <a:endParaRPr lang="en-US" dirty="0"/>
          </a:p>
          <a:p>
            <a:r>
              <a:rPr lang="en-US" dirty="0"/>
              <a:t>	1. How often a lawn should be mowed</a:t>
            </a:r>
          </a:p>
          <a:p>
            <a:r>
              <a:rPr lang="en-US" dirty="0"/>
              <a:t>	2. What time of day a lawn should be mowed</a:t>
            </a:r>
          </a:p>
          <a:p>
            <a:r>
              <a:rPr lang="en-US" dirty="0"/>
              <a:t>	3. What the ideal height of the grass should be once mowed</a:t>
            </a:r>
          </a:p>
          <a:p>
            <a:r>
              <a:rPr lang="en-US" dirty="0"/>
              <a:t>	4. What can go wrong if we’re unsafe</a:t>
            </a:r>
          </a:p>
          <a:p>
            <a:r>
              <a:rPr lang="en-US" dirty="0"/>
              <a:t>	5. Best practices for lawn mowing safety</a:t>
            </a:r>
          </a:p>
          <a:p>
            <a:endParaRPr lang="en-US" dirty="0"/>
          </a:p>
          <a:p>
            <a:r>
              <a:rPr lang="en-US" dirty="0"/>
              <a:t>And when we apply this new knowledge and best practices, we can now change achieve our goals of having a well-maintained lawn and ensure our safety in the process. </a:t>
            </a:r>
          </a:p>
        </p:txBody>
      </p:sp>
      <p:sp>
        <p:nvSpPr>
          <p:cNvPr id="4" name="Slide Number Placeholder 3"/>
          <p:cNvSpPr>
            <a:spLocks noGrp="1"/>
          </p:cNvSpPr>
          <p:nvPr>
            <p:ph type="sldNum" sz="quarter" idx="5"/>
          </p:nvPr>
        </p:nvSpPr>
        <p:spPr/>
        <p:txBody>
          <a:bodyPr/>
          <a:lstStyle/>
          <a:p>
            <a:fld id="{CC85FABC-3D4B-438F-8D60-B38ADC6E9A2B}" type="slidenum">
              <a:rPr lang="en-US" smtClean="0"/>
              <a:t>11</a:t>
            </a:fld>
            <a:endParaRPr lang="en-US"/>
          </a:p>
        </p:txBody>
      </p:sp>
    </p:spTree>
    <p:extLst>
      <p:ext uri="{BB962C8B-B14F-4D97-AF65-F5344CB8AC3E}">
        <p14:creationId xmlns:p14="http://schemas.microsoft.com/office/powerpoint/2010/main" val="112589528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jpeg"/><Relationship Id="rId1" Type="http://schemas.openxmlformats.org/officeDocument/2006/relationships/slideMaster" Target="../slideMasters/slideMaster3.xml"/><Relationship Id="rId4" Type="http://schemas.openxmlformats.org/officeDocument/2006/relationships/image" Target="../media/image10.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jpeg"/><Relationship Id="rId1" Type="http://schemas.openxmlformats.org/officeDocument/2006/relationships/slideMaster" Target="../slideMasters/slideMaster3.xml"/><Relationship Id="rId4" Type="http://schemas.openxmlformats.org/officeDocument/2006/relationships/image" Target="../media/image12.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jpeg"/><Relationship Id="rId1" Type="http://schemas.openxmlformats.org/officeDocument/2006/relationships/slideMaster" Target="../slideMasters/slideMaster3.xml"/><Relationship Id="rId4" Type="http://schemas.openxmlformats.org/officeDocument/2006/relationships/image" Target="../media/image10.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jpeg"/><Relationship Id="rId1" Type="http://schemas.openxmlformats.org/officeDocument/2006/relationships/slideMaster" Target="../slideMasters/slideMaster3.xml"/><Relationship Id="rId4" Type="http://schemas.openxmlformats.org/officeDocument/2006/relationships/image" Target="../media/image10.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Master" Target="../slideMasters/slideMaster3.xml"/><Relationship Id="rId4" Type="http://schemas.openxmlformats.org/officeDocument/2006/relationships/image" Target="../media/image10.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jpeg"/><Relationship Id="rId1" Type="http://schemas.openxmlformats.org/officeDocument/2006/relationships/slideMaster" Target="../slideMasters/slideMaster3.xml"/><Relationship Id="rId4" Type="http://schemas.openxmlformats.org/officeDocument/2006/relationships/image" Target="../media/image10.sv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jpeg"/><Relationship Id="rId1" Type="http://schemas.openxmlformats.org/officeDocument/2006/relationships/slideMaster" Target="../slideMasters/slideMaster3.xml"/><Relationship Id="rId4" Type="http://schemas.openxmlformats.org/officeDocument/2006/relationships/image" Target="../media/image12.sv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jpeg"/><Relationship Id="rId1" Type="http://schemas.openxmlformats.org/officeDocument/2006/relationships/slideMaster" Target="../slideMasters/slideMaster3.xml"/><Relationship Id="rId4" Type="http://schemas.openxmlformats.org/officeDocument/2006/relationships/image" Target="../media/image10.sv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jpeg"/><Relationship Id="rId1" Type="http://schemas.openxmlformats.org/officeDocument/2006/relationships/slideMaster" Target="../slideMasters/slideMaster3.xml"/><Relationship Id="rId4" Type="http://schemas.openxmlformats.org/officeDocument/2006/relationships/image" Target="../media/image10.sv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Master" Target="../slideMasters/slideMaster3.xml"/><Relationship Id="rId4" Type="http://schemas.openxmlformats.org/officeDocument/2006/relationships/image" Target="../media/image10.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3_Cover Slid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CBE51BC-C773-5A4C-AC8B-000BDF802277}"/>
              </a:ext>
            </a:extLst>
          </p:cNvPr>
          <p:cNvSpPr>
            <a:spLocks noGrp="1"/>
          </p:cNvSpPr>
          <p:nvPr>
            <p:ph type="body" sz="quarter" idx="10" hasCustomPrompt="1"/>
          </p:nvPr>
        </p:nvSpPr>
        <p:spPr>
          <a:xfrm>
            <a:off x="584200" y="1722706"/>
            <a:ext cx="11025188" cy="720969"/>
          </a:xfrm>
          <a:prstGeom prst="rect">
            <a:avLst/>
          </a:prstGeom>
        </p:spPr>
        <p:txBody>
          <a:bodyPr lIns="0" tIns="0" rIns="0" bIns="0"/>
          <a:lstStyle>
            <a:lvl1pPr>
              <a:buNone/>
              <a:defRPr sz="4800" b="1" i="0">
                <a:solidFill>
                  <a:srgbClr val="1D4F91"/>
                </a:solidFill>
                <a:latin typeface="Calibri" panose="020F0502020204030204" pitchFamily="34" charset="0"/>
                <a:cs typeface="Calibri" panose="020F0502020204030204" pitchFamily="34" charset="0"/>
              </a:defRPr>
            </a:lvl1pPr>
          </a:lstStyle>
          <a:p>
            <a:pPr lvl="0"/>
            <a:r>
              <a:rPr lang="en-US"/>
              <a:t>STACK HEADLINE</a:t>
            </a:r>
          </a:p>
        </p:txBody>
      </p:sp>
      <p:sp>
        <p:nvSpPr>
          <p:cNvPr id="14" name="Text Placeholder 15">
            <a:extLst>
              <a:ext uri="{FF2B5EF4-FFF2-40B4-BE49-F238E27FC236}">
                <a16:creationId xmlns:a16="http://schemas.microsoft.com/office/drawing/2014/main" id="{2DE7F02A-BAA4-854C-B7B4-19D52889A9D8}"/>
              </a:ext>
            </a:extLst>
          </p:cNvPr>
          <p:cNvSpPr>
            <a:spLocks noGrp="1"/>
          </p:cNvSpPr>
          <p:nvPr>
            <p:ph type="body" sz="quarter" idx="14" hasCustomPrompt="1"/>
          </p:nvPr>
        </p:nvSpPr>
        <p:spPr>
          <a:xfrm>
            <a:off x="584201" y="2452469"/>
            <a:ext cx="11025188" cy="471487"/>
          </a:xfrm>
          <a:prstGeom prst="rect">
            <a:avLst/>
          </a:prstGeom>
        </p:spPr>
        <p:txBody>
          <a:bodyPr lIns="0" tIns="0" rIns="0" bIns="0">
            <a:noAutofit/>
          </a:bodyPr>
          <a:lstStyle>
            <a:lvl1pPr marL="0" indent="0">
              <a:lnSpc>
                <a:spcPts val="2000"/>
              </a:lnSpc>
              <a:buFontTx/>
              <a:buNone/>
              <a:defRPr sz="1600" b="0" cap="all" spc="51" baseline="0">
                <a:solidFill>
                  <a:srgbClr val="298CC0"/>
                </a:solidFill>
                <a:effectLst/>
                <a:latin typeface="Calibri" panose="020F0502020204030204" pitchFamily="34" charset="0"/>
                <a:cs typeface="Calibri" panose="020F0502020204030204" pitchFamily="34" charset="0"/>
              </a:defRPr>
            </a:lvl1pPr>
          </a:lstStyle>
          <a:p>
            <a:pPr lvl="0"/>
            <a:r>
              <a:rPr lang="en-US"/>
              <a:t>Subtitle Would Go Here</a:t>
            </a:r>
          </a:p>
        </p:txBody>
      </p:sp>
      <p:pic>
        <p:nvPicPr>
          <p:cNvPr id="3" name="Picture 2">
            <a:extLst>
              <a:ext uri="{FF2B5EF4-FFF2-40B4-BE49-F238E27FC236}">
                <a16:creationId xmlns:a16="http://schemas.microsoft.com/office/drawing/2014/main" id="{F1C2A1C6-4F02-E941-81F9-1F4EFD7896BE}"/>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r="2362"/>
          <a:stretch/>
        </p:blipFill>
        <p:spPr>
          <a:xfrm>
            <a:off x="584201" y="585788"/>
            <a:ext cx="1787938" cy="403651"/>
          </a:xfrm>
          <a:prstGeom prst="rect">
            <a:avLst/>
          </a:prstGeom>
        </p:spPr>
      </p:pic>
      <p:cxnSp>
        <p:nvCxnSpPr>
          <p:cNvPr id="8" name="Straight Arrow Connector 7">
            <a:extLst>
              <a:ext uri="{FF2B5EF4-FFF2-40B4-BE49-F238E27FC236}">
                <a16:creationId xmlns:a16="http://schemas.microsoft.com/office/drawing/2014/main" id="{3EF8D464-095F-F649-BE3B-5A8358509ECF}"/>
              </a:ext>
            </a:extLst>
          </p:cNvPr>
          <p:cNvCxnSpPr>
            <a:cxnSpLocks/>
          </p:cNvCxnSpPr>
          <p:nvPr/>
        </p:nvCxnSpPr>
        <p:spPr>
          <a:xfrm>
            <a:off x="2538713" y="894631"/>
            <a:ext cx="9070675" cy="0"/>
          </a:xfrm>
          <a:prstGeom prst="straightConnector1">
            <a:avLst/>
          </a:prstGeom>
          <a:ln w="9525">
            <a:solidFill>
              <a:srgbClr val="1D4F91"/>
            </a:solidFill>
          </a:ln>
        </p:spPr>
        <p:style>
          <a:lnRef idx="1">
            <a:schemeClr val="accent1"/>
          </a:lnRef>
          <a:fillRef idx="0">
            <a:schemeClr val="accent1"/>
          </a:fillRef>
          <a:effectRef idx="0">
            <a:schemeClr val="accent1"/>
          </a:effectRef>
          <a:fontRef idx="minor">
            <a:schemeClr val="tx1"/>
          </a:fontRef>
        </p:style>
      </p:cxnSp>
      <p:pic>
        <p:nvPicPr>
          <p:cNvPr id="6" name="Picture 5" descr="A picture containing window, shoji, building, indoor&#10;&#10;Description automatically generated">
            <a:extLst>
              <a:ext uri="{FF2B5EF4-FFF2-40B4-BE49-F238E27FC236}">
                <a16:creationId xmlns:a16="http://schemas.microsoft.com/office/drawing/2014/main" id="{98647155-5624-A342-817A-311DDC386DC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910080" y="3045078"/>
            <a:ext cx="10160000" cy="3681795"/>
          </a:xfrm>
          <a:prstGeom prst="rect">
            <a:avLst/>
          </a:prstGeom>
        </p:spPr>
      </p:pic>
      <p:cxnSp>
        <p:nvCxnSpPr>
          <p:cNvPr id="7" name="Straight Connector 6">
            <a:extLst>
              <a:ext uri="{FF2B5EF4-FFF2-40B4-BE49-F238E27FC236}">
                <a16:creationId xmlns:a16="http://schemas.microsoft.com/office/drawing/2014/main" id="{52E7FB32-97A2-7E4D-804D-C44D1F64BEFE}"/>
              </a:ext>
            </a:extLst>
          </p:cNvPr>
          <p:cNvCxnSpPr/>
          <p:nvPr/>
        </p:nvCxnSpPr>
        <p:spPr>
          <a:xfrm flipH="1">
            <a:off x="0" y="5511150"/>
            <a:ext cx="2078182" cy="0"/>
          </a:xfrm>
          <a:prstGeom prst="line">
            <a:avLst/>
          </a:prstGeom>
          <a:ln w="6350">
            <a:solidFill>
              <a:srgbClr val="6184B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92280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ransition Slide/Title Pag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75EBA48E-ED0A-CA45-9EB5-F9E4966CEA81}"/>
              </a:ext>
            </a:extLst>
          </p:cNvPr>
          <p:cNvCxnSpPr>
            <a:cxnSpLocks/>
          </p:cNvCxnSpPr>
          <p:nvPr/>
        </p:nvCxnSpPr>
        <p:spPr>
          <a:xfrm>
            <a:off x="584200" y="2269067"/>
            <a:ext cx="11025188" cy="0"/>
          </a:xfrm>
          <a:prstGeom prst="line">
            <a:avLst/>
          </a:prstGeom>
          <a:ln w="38100">
            <a:solidFill>
              <a:schemeClr val="bg1"/>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7C8FC204-D710-3641-9AA7-60FACB4CA69D}"/>
              </a:ext>
            </a:extLst>
          </p:cNvPr>
          <p:cNvCxnSpPr>
            <a:cxnSpLocks/>
          </p:cNvCxnSpPr>
          <p:nvPr/>
        </p:nvCxnSpPr>
        <p:spPr>
          <a:xfrm>
            <a:off x="584200" y="4546601"/>
            <a:ext cx="11025188" cy="0"/>
          </a:xfrm>
          <a:prstGeom prst="line">
            <a:avLst/>
          </a:prstGeom>
          <a:ln w="38100">
            <a:solidFill>
              <a:schemeClr val="bg1"/>
            </a:solidFill>
          </a:ln>
        </p:spPr>
        <p:style>
          <a:lnRef idx="1">
            <a:schemeClr val="dk1"/>
          </a:lnRef>
          <a:fillRef idx="0">
            <a:schemeClr val="dk1"/>
          </a:fillRef>
          <a:effectRef idx="0">
            <a:schemeClr val="dk1"/>
          </a:effectRef>
          <a:fontRef idx="minor">
            <a:schemeClr val="tx1"/>
          </a:fontRef>
        </p:style>
      </p:cxnSp>
      <p:sp>
        <p:nvSpPr>
          <p:cNvPr id="7" name="TextBox 6">
            <a:extLst>
              <a:ext uri="{FF2B5EF4-FFF2-40B4-BE49-F238E27FC236}">
                <a16:creationId xmlns:a16="http://schemas.microsoft.com/office/drawing/2014/main" id="{49A4A353-4469-6440-A285-1D76A6709396}"/>
              </a:ext>
            </a:extLst>
          </p:cNvPr>
          <p:cNvSpPr txBox="1"/>
          <p:nvPr/>
        </p:nvSpPr>
        <p:spPr>
          <a:xfrm>
            <a:off x="935892" y="3188677"/>
            <a:ext cx="10541000" cy="681405"/>
          </a:xfrm>
          <a:prstGeom prst="rect">
            <a:avLst/>
          </a:prstGeom>
          <a:noFill/>
        </p:spPr>
        <p:txBody>
          <a:bodyPr wrap="square" lIns="0" tIns="0" rIns="0" bIns="0" rtlCol="0">
            <a:spAutoFit/>
          </a:bodyPr>
          <a:lstStyle/>
          <a:p>
            <a:pPr marL="0" marR="0" indent="0" algn="l">
              <a:lnSpc>
                <a:spcPct val="80000"/>
              </a:lnSpc>
              <a:spcBef>
                <a:spcPts val="0"/>
              </a:spcBef>
              <a:spcAft>
                <a:spcPts val="0"/>
              </a:spcAft>
              <a:buNone/>
            </a:pPr>
            <a:r>
              <a:rPr lang="en-US" sz="5400" b="1" i="0" u="none" strike="noStrike" noProof="0">
                <a:solidFill>
                  <a:schemeClr val="bg1"/>
                </a:solidFill>
                <a:latin typeface="Calibri"/>
              </a:rPr>
              <a:t>CLICK TO ADD TEXT</a:t>
            </a:r>
          </a:p>
        </p:txBody>
      </p:sp>
      <p:pic>
        <p:nvPicPr>
          <p:cNvPr id="3" name="Picture 2">
            <a:extLst>
              <a:ext uri="{FF2B5EF4-FFF2-40B4-BE49-F238E27FC236}">
                <a16:creationId xmlns:a16="http://schemas.microsoft.com/office/drawing/2014/main" id="{AE29EED1-4651-E246-B978-1420FB3437B6}"/>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990" y="0"/>
            <a:ext cx="12192000" cy="6858000"/>
          </a:xfrm>
          <a:prstGeom prst="rect">
            <a:avLst/>
          </a:prstGeom>
        </p:spPr>
      </p:pic>
      <p:cxnSp>
        <p:nvCxnSpPr>
          <p:cNvPr id="9" name="Straight Connector 8">
            <a:extLst>
              <a:ext uri="{FF2B5EF4-FFF2-40B4-BE49-F238E27FC236}">
                <a16:creationId xmlns:a16="http://schemas.microsoft.com/office/drawing/2014/main" id="{4636116B-46B4-1A4B-A465-2F4A1A7B5060}"/>
              </a:ext>
            </a:extLst>
          </p:cNvPr>
          <p:cNvCxnSpPr>
            <a:cxnSpLocks/>
          </p:cNvCxnSpPr>
          <p:nvPr userDrawn="1"/>
        </p:nvCxnSpPr>
        <p:spPr>
          <a:xfrm>
            <a:off x="736600" y="2421467"/>
            <a:ext cx="11025188" cy="0"/>
          </a:xfrm>
          <a:prstGeom prst="line">
            <a:avLst/>
          </a:prstGeom>
          <a:ln w="38100">
            <a:solidFill>
              <a:schemeClr val="bg1"/>
            </a:solidFill>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6995A727-F239-1A46-9306-69A72E4184F7}"/>
              </a:ext>
            </a:extLst>
          </p:cNvPr>
          <p:cNvCxnSpPr>
            <a:cxnSpLocks/>
          </p:cNvCxnSpPr>
          <p:nvPr userDrawn="1"/>
        </p:nvCxnSpPr>
        <p:spPr>
          <a:xfrm>
            <a:off x="736600" y="4699001"/>
            <a:ext cx="11025188" cy="0"/>
          </a:xfrm>
          <a:prstGeom prst="line">
            <a:avLst/>
          </a:prstGeom>
          <a:ln w="38100">
            <a:solidFill>
              <a:schemeClr val="bg1"/>
            </a:solidFill>
          </a:ln>
        </p:spPr>
        <p:style>
          <a:lnRef idx="1">
            <a:schemeClr val="dk1"/>
          </a:lnRef>
          <a:fillRef idx="0">
            <a:schemeClr val="dk1"/>
          </a:fillRef>
          <a:effectRef idx="0">
            <a:schemeClr val="dk1"/>
          </a:effectRef>
          <a:fontRef idx="minor">
            <a:schemeClr val="tx1"/>
          </a:fontRef>
        </p:style>
      </p:cxnSp>
      <p:sp>
        <p:nvSpPr>
          <p:cNvPr id="8" name="Text Placeholder 3">
            <a:extLst>
              <a:ext uri="{FF2B5EF4-FFF2-40B4-BE49-F238E27FC236}">
                <a16:creationId xmlns:a16="http://schemas.microsoft.com/office/drawing/2014/main" id="{2DCE0FEA-2388-8B4D-BF9E-3996F1158E6B}"/>
              </a:ext>
            </a:extLst>
          </p:cNvPr>
          <p:cNvSpPr>
            <a:spLocks noGrp="1"/>
          </p:cNvSpPr>
          <p:nvPr>
            <p:ph type="body" sz="quarter" idx="10" hasCustomPrompt="1"/>
          </p:nvPr>
        </p:nvSpPr>
        <p:spPr>
          <a:xfrm>
            <a:off x="914400" y="2997200"/>
            <a:ext cx="10331450" cy="795338"/>
          </a:xfrm>
          <a:prstGeom prst="rect">
            <a:avLst/>
          </a:prstGeom>
        </p:spPr>
        <p:txBody>
          <a:bodyPr/>
          <a:lstStyle>
            <a:lvl1pPr marL="0" indent="0">
              <a:buNone/>
              <a:defRPr sz="5400" b="1" i="0">
                <a:solidFill>
                  <a:schemeClr val="bg1"/>
                </a:solidFill>
                <a:latin typeface="Calibri" panose="020F0502020204030204" pitchFamily="34" charset="0"/>
                <a:cs typeface="Calibri" panose="020F0502020204030204" pitchFamily="34" charset="0"/>
              </a:defRPr>
            </a:lvl1pPr>
          </a:lstStyle>
          <a:p>
            <a:pPr lvl="0"/>
            <a:r>
              <a:rPr lang="en-US"/>
              <a:t>TEXT GOES HERE</a:t>
            </a:r>
          </a:p>
        </p:txBody>
      </p:sp>
    </p:spTree>
    <p:extLst>
      <p:ext uri="{BB962C8B-B14F-4D97-AF65-F5344CB8AC3E}">
        <p14:creationId xmlns:p14="http://schemas.microsoft.com/office/powerpoint/2010/main" val="26149072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ransition Slide/Title Pag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75EBA48E-ED0A-CA45-9EB5-F9E4966CEA81}"/>
              </a:ext>
            </a:extLst>
          </p:cNvPr>
          <p:cNvCxnSpPr>
            <a:cxnSpLocks/>
          </p:cNvCxnSpPr>
          <p:nvPr/>
        </p:nvCxnSpPr>
        <p:spPr>
          <a:xfrm>
            <a:off x="584200" y="2269067"/>
            <a:ext cx="11025188" cy="0"/>
          </a:xfrm>
          <a:prstGeom prst="line">
            <a:avLst/>
          </a:prstGeom>
          <a:ln w="28575">
            <a:solidFill>
              <a:srgbClr val="1D4F91"/>
            </a:solidFill>
          </a:ln>
        </p:spPr>
        <p:style>
          <a:lnRef idx="3">
            <a:schemeClr val="accent2"/>
          </a:lnRef>
          <a:fillRef idx="0">
            <a:schemeClr val="accent2"/>
          </a:fillRef>
          <a:effectRef idx="2">
            <a:schemeClr val="accent2"/>
          </a:effectRef>
          <a:fontRef idx="minor">
            <a:schemeClr val="tx1"/>
          </a:fontRef>
        </p:style>
      </p:cxnSp>
      <p:cxnSp>
        <p:nvCxnSpPr>
          <p:cNvPr id="14" name="Straight Connector 13">
            <a:extLst>
              <a:ext uri="{FF2B5EF4-FFF2-40B4-BE49-F238E27FC236}">
                <a16:creationId xmlns:a16="http://schemas.microsoft.com/office/drawing/2014/main" id="{7C8FC204-D710-3641-9AA7-60FACB4CA69D}"/>
              </a:ext>
            </a:extLst>
          </p:cNvPr>
          <p:cNvCxnSpPr>
            <a:cxnSpLocks/>
          </p:cNvCxnSpPr>
          <p:nvPr/>
        </p:nvCxnSpPr>
        <p:spPr>
          <a:xfrm>
            <a:off x="584200" y="4546601"/>
            <a:ext cx="11025188" cy="0"/>
          </a:xfrm>
          <a:prstGeom prst="line">
            <a:avLst/>
          </a:prstGeom>
          <a:ln w="28575">
            <a:solidFill>
              <a:srgbClr val="1D4F91"/>
            </a:solidFill>
          </a:ln>
        </p:spPr>
        <p:style>
          <a:lnRef idx="3">
            <a:schemeClr val="accent2"/>
          </a:lnRef>
          <a:fillRef idx="0">
            <a:schemeClr val="accent2"/>
          </a:fillRef>
          <a:effectRef idx="2">
            <a:schemeClr val="accent2"/>
          </a:effectRef>
          <a:fontRef idx="minor">
            <a:schemeClr val="tx1"/>
          </a:fontRef>
        </p:style>
      </p:cxnSp>
      <p:sp>
        <p:nvSpPr>
          <p:cNvPr id="5" name="Text Placeholder 3">
            <a:extLst>
              <a:ext uri="{FF2B5EF4-FFF2-40B4-BE49-F238E27FC236}">
                <a16:creationId xmlns:a16="http://schemas.microsoft.com/office/drawing/2014/main" id="{92852C50-4690-4E15-AB1C-39215372176A}"/>
              </a:ext>
            </a:extLst>
          </p:cNvPr>
          <p:cNvSpPr>
            <a:spLocks noGrp="1"/>
          </p:cNvSpPr>
          <p:nvPr>
            <p:ph type="body" sz="quarter" idx="10" hasCustomPrompt="1"/>
          </p:nvPr>
        </p:nvSpPr>
        <p:spPr>
          <a:xfrm>
            <a:off x="914400" y="2997200"/>
            <a:ext cx="10331450" cy="795338"/>
          </a:xfrm>
          <a:prstGeom prst="rect">
            <a:avLst/>
          </a:prstGeom>
        </p:spPr>
        <p:txBody>
          <a:bodyPr/>
          <a:lstStyle>
            <a:lvl1pPr marL="0" indent="0">
              <a:buNone/>
              <a:defRPr sz="5400" b="1" i="0">
                <a:solidFill>
                  <a:srgbClr val="1D4F91"/>
                </a:solidFill>
                <a:latin typeface="Calibri" panose="020F0502020204030204" pitchFamily="34" charset="0"/>
                <a:cs typeface="Calibri" panose="020F0502020204030204" pitchFamily="34" charset="0"/>
              </a:defRPr>
            </a:lvl1pPr>
          </a:lstStyle>
          <a:p>
            <a:pPr lvl="0"/>
            <a:r>
              <a:rPr lang="en-US"/>
              <a:t>TEXT GOES HERE</a:t>
            </a:r>
          </a:p>
        </p:txBody>
      </p:sp>
    </p:spTree>
    <p:extLst>
      <p:ext uri="{BB962C8B-B14F-4D97-AF65-F5344CB8AC3E}">
        <p14:creationId xmlns:p14="http://schemas.microsoft.com/office/powerpoint/2010/main" val="2129574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3_Transition Slide/Title Pag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6D619D-99CF-304E-BFEB-5BD65C28D9C5}"/>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7950" y="-2094"/>
            <a:ext cx="12192000" cy="6858000"/>
          </a:xfrm>
          <a:prstGeom prst="rect">
            <a:avLst/>
          </a:prstGeom>
        </p:spPr>
      </p:pic>
      <p:cxnSp>
        <p:nvCxnSpPr>
          <p:cNvPr id="6" name="Straight Connector 5">
            <a:extLst>
              <a:ext uri="{FF2B5EF4-FFF2-40B4-BE49-F238E27FC236}">
                <a16:creationId xmlns:a16="http://schemas.microsoft.com/office/drawing/2014/main" id="{75EBA48E-ED0A-CA45-9EB5-F9E4966CEA81}"/>
              </a:ext>
            </a:extLst>
          </p:cNvPr>
          <p:cNvCxnSpPr>
            <a:cxnSpLocks/>
          </p:cNvCxnSpPr>
          <p:nvPr/>
        </p:nvCxnSpPr>
        <p:spPr>
          <a:xfrm>
            <a:off x="584200" y="2269067"/>
            <a:ext cx="11025188" cy="0"/>
          </a:xfrm>
          <a:prstGeom prst="line">
            <a:avLst/>
          </a:prstGeom>
          <a:ln w="38100">
            <a:solidFill>
              <a:schemeClr val="bg1"/>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7C8FC204-D710-3641-9AA7-60FACB4CA69D}"/>
              </a:ext>
            </a:extLst>
          </p:cNvPr>
          <p:cNvCxnSpPr>
            <a:cxnSpLocks/>
          </p:cNvCxnSpPr>
          <p:nvPr/>
        </p:nvCxnSpPr>
        <p:spPr>
          <a:xfrm>
            <a:off x="584200" y="4546601"/>
            <a:ext cx="11025188" cy="0"/>
          </a:xfrm>
          <a:prstGeom prst="line">
            <a:avLst/>
          </a:prstGeom>
          <a:ln w="38100">
            <a:solidFill>
              <a:schemeClr val="bg1"/>
            </a:solidFill>
          </a:ln>
        </p:spPr>
        <p:style>
          <a:lnRef idx="1">
            <a:schemeClr val="dk1"/>
          </a:lnRef>
          <a:fillRef idx="0">
            <a:schemeClr val="dk1"/>
          </a:fillRef>
          <a:effectRef idx="0">
            <a:schemeClr val="dk1"/>
          </a:effectRef>
          <a:fontRef idx="minor">
            <a:schemeClr val="tx1"/>
          </a:fontRef>
        </p:style>
      </p:cxnSp>
      <p:sp>
        <p:nvSpPr>
          <p:cNvPr id="7" name="TextBox 6">
            <a:extLst>
              <a:ext uri="{FF2B5EF4-FFF2-40B4-BE49-F238E27FC236}">
                <a16:creationId xmlns:a16="http://schemas.microsoft.com/office/drawing/2014/main" id="{8F1D3EF4-0A9E-1546-A2DF-B2679CF8A85F}"/>
              </a:ext>
            </a:extLst>
          </p:cNvPr>
          <p:cNvSpPr txBox="1"/>
          <p:nvPr/>
        </p:nvSpPr>
        <p:spPr>
          <a:xfrm>
            <a:off x="935892" y="3188677"/>
            <a:ext cx="10541000" cy="681405"/>
          </a:xfrm>
          <a:prstGeom prst="rect">
            <a:avLst/>
          </a:prstGeom>
          <a:noFill/>
        </p:spPr>
        <p:txBody>
          <a:bodyPr wrap="square" lIns="0" tIns="0" rIns="0" bIns="0" rtlCol="0">
            <a:spAutoFit/>
          </a:bodyPr>
          <a:lstStyle/>
          <a:p>
            <a:pPr marL="0" marR="0" indent="0" algn="l">
              <a:lnSpc>
                <a:spcPct val="80000"/>
              </a:lnSpc>
              <a:spcBef>
                <a:spcPts val="0"/>
              </a:spcBef>
              <a:spcAft>
                <a:spcPts val="0"/>
              </a:spcAft>
              <a:buNone/>
            </a:pPr>
            <a:r>
              <a:rPr lang="en-US" sz="5400" b="1" i="0" u="none" strike="noStrike" noProof="0">
                <a:solidFill>
                  <a:schemeClr val="bg1"/>
                </a:solidFill>
                <a:latin typeface="Calibri"/>
              </a:rPr>
              <a:t>OPERATIONS</a:t>
            </a:r>
          </a:p>
        </p:txBody>
      </p:sp>
    </p:spTree>
    <p:extLst>
      <p:ext uri="{BB962C8B-B14F-4D97-AF65-F5344CB8AC3E}">
        <p14:creationId xmlns:p14="http://schemas.microsoft.com/office/powerpoint/2010/main" val="7789044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ransition Slide/Title Pag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B13A846-4BFD-F343-9542-2B3CBCA6DF19}"/>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cxnSp>
        <p:nvCxnSpPr>
          <p:cNvPr id="6" name="Straight Connector 5">
            <a:extLst>
              <a:ext uri="{FF2B5EF4-FFF2-40B4-BE49-F238E27FC236}">
                <a16:creationId xmlns:a16="http://schemas.microsoft.com/office/drawing/2014/main" id="{75EBA48E-ED0A-CA45-9EB5-F9E4966CEA81}"/>
              </a:ext>
            </a:extLst>
          </p:cNvPr>
          <p:cNvCxnSpPr>
            <a:cxnSpLocks/>
          </p:cNvCxnSpPr>
          <p:nvPr/>
        </p:nvCxnSpPr>
        <p:spPr>
          <a:xfrm>
            <a:off x="584200" y="2269067"/>
            <a:ext cx="11025188" cy="0"/>
          </a:xfrm>
          <a:prstGeom prst="line">
            <a:avLst/>
          </a:prstGeom>
          <a:ln w="38100">
            <a:solidFill>
              <a:schemeClr val="bg1"/>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7C8FC204-D710-3641-9AA7-60FACB4CA69D}"/>
              </a:ext>
            </a:extLst>
          </p:cNvPr>
          <p:cNvCxnSpPr>
            <a:cxnSpLocks/>
          </p:cNvCxnSpPr>
          <p:nvPr/>
        </p:nvCxnSpPr>
        <p:spPr>
          <a:xfrm>
            <a:off x="584200" y="4546601"/>
            <a:ext cx="11025188" cy="0"/>
          </a:xfrm>
          <a:prstGeom prst="line">
            <a:avLst/>
          </a:prstGeom>
          <a:ln w="38100">
            <a:solidFill>
              <a:schemeClr val="bg1"/>
            </a:solidFill>
          </a:ln>
        </p:spPr>
        <p:style>
          <a:lnRef idx="1">
            <a:schemeClr val="dk1"/>
          </a:lnRef>
          <a:fillRef idx="0">
            <a:schemeClr val="dk1"/>
          </a:fillRef>
          <a:effectRef idx="0">
            <a:schemeClr val="dk1"/>
          </a:effectRef>
          <a:fontRef idx="minor">
            <a:schemeClr val="tx1"/>
          </a:fontRef>
        </p:style>
      </p:cxnSp>
      <p:sp>
        <p:nvSpPr>
          <p:cNvPr id="5" name="Text Placeholder 3">
            <a:extLst>
              <a:ext uri="{FF2B5EF4-FFF2-40B4-BE49-F238E27FC236}">
                <a16:creationId xmlns:a16="http://schemas.microsoft.com/office/drawing/2014/main" id="{04DCF899-41DA-694E-9F41-2DB924958F0F}"/>
              </a:ext>
            </a:extLst>
          </p:cNvPr>
          <p:cNvSpPr>
            <a:spLocks noGrp="1"/>
          </p:cNvSpPr>
          <p:nvPr>
            <p:ph type="body" sz="quarter" idx="10" hasCustomPrompt="1"/>
          </p:nvPr>
        </p:nvSpPr>
        <p:spPr>
          <a:xfrm>
            <a:off x="914400" y="2997200"/>
            <a:ext cx="10331450" cy="795338"/>
          </a:xfrm>
          <a:prstGeom prst="rect">
            <a:avLst/>
          </a:prstGeom>
        </p:spPr>
        <p:txBody>
          <a:bodyPr/>
          <a:lstStyle>
            <a:lvl1pPr marL="0" indent="0">
              <a:buNone/>
              <a:defRPr sz="5400" b="1" i="0">
                <a:solidFill>
                  <a:schemeClr val="bg1"/>
                </a:solidFill>
                <a:latin typeface="Calibri" panose="020F0502020204030204" pitchFamily="34" charset="0"/>
                <a:cs typeface="Calibri" panose="020F0502020204030204" pitchFamily="34" charset="0"/>
              </a:defRPr>
            </a:lvl1pPr>
          </a:lstStyle>
          <a:p>
            <a:pPr lvl="0"/>
            <a:r>
              <a:rPr lang="en-US"/>
              <a:t>TEXT GOES HERE</a:t>
            </a:r>
          </a:p>
        </p:txBody>
      </p:sp>
    </p:spTree>
    <p:extLst>
      <p:ext uri="{BB962C8B-B14F-4D97-AF65-F5344CB8AC3E}">
        <p14:creationId xmlns:p14="http://schemas.microsoft.com/office/powerpoint/2010/main" val="15596372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ransition Slide/Title Pag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9024DDA-B83B-F64F-B7D7-00CAD253D1BF}"/>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cxnSp>
        <p:nvCxnSpPr>
          <p:cNvPr id="6" name="Straight Connector 5">
            <a:extLst>
              <a:ext uri="{FF2B5EF4-FFF2-40B4-BE49-F238E27FC236}">
                <a16:creationId xmlns:a16="http://schemas.microsoft.com/office/drawing/2014/main" id="{75EBA48E-ED0A-CA45-9EB5-F9E4966CEA81}"/>
              </a:ext>
            </a:extLst>
          </p:cNvPr>
          <p:cNvCxnSpPr>
            <a:cxnSpLocks/>
          </p:cNvCxnSpPr>
          <p:nvPr/>
        </p:nvCxnSpPr>
        <p:spPr>
          <a:xfrm>
            <a:off x="584200" y="2269067"/>
            <a:ext cx="11025188" cy="0"/>
          </a:xfrm>
          <a:prstGeom prst="line">
            <a:avLst/>
          </a:prstGeom>
          <a:ln w="38100">
            <a:solidFill>
              <a:schemeClr val="bg1"/>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7C8FC204-D710-3641-9AA7-60FACB4CA69D}"/>
              </a:ext>
            </a:extLst>
          </p:cNvPr>
          <p:cNvCxnSpPr>
            <a:cxnSpLocks/>
          </p:cNvCxnSpPr>
          <p:nvPr/>
        </p:nvCxnSpPr>
        <p:spPr>
          <a:xfrm>
            <a:off x="584200" y="4546601"/>
            <a:ext cx="11025188" cy="0"/>
          </a:xfrm>
          <a:prstGeom prst="line">
            <a:avLst/>
          </a:prstGeom>
          <a:ln w="38100">
            <a:solidFill>
              <a:schemeClr val="bg1"/>
            </a:solidFill>
          </a:ln>
        </p:spPr>
        <p:style>
          <a:lnRef idx="1">
            <a:schemeClr val="dk1"/>
          </a:lnRef>
          <a:fillRef idx="0">
            <a:schemeClr val="dk1"/>
          </a:fillRef>
          <a:effectRef idx="0">
            <a:schemeClr val="dk1"/>
          </a:effectRef>
          <a:fontRef idx="minor">
            <a:schemeClr val="tx1"/>
          </a:fontRef>
        </p:style>
      </p:cxnSp>
      <p:sp>
        <p:nvSpPr>
          <p:cNvPr id="4" name="Text Placeholder 3">
            <a:extLst>
              <a:ext uri="{FF2B5EF4-FFF2-40B4-BE49-F238E27FC236}">
                <a16:creationId xmlns:a16="http://schemas.microsoft.com/office/drawing/2014/main" id="{DF5872D1-01E9-E54C-806A-8754C25FF70C}"/>
              </a:ext>
            </a:extLst>
          </p:cNvPr>
          <p:cNvSpPr>
            <a:spLocks noGrp="1"/>
          </p:cNvSpPr>
          <p:nvPr>
            <p:ph type="body" sz="quarter" idx="10" hasCustomPrompt="1"/>
          </p:nvPr>
        </p:nvSpPr>
        <p:spPr>
          <a:xfrm>
            <a:off x="914400" y="2997200"/>
            <a:ext cx="10331450" cy="795338"/>
          </a:xfrm>
          <a:prstGeom prst="rect">
            <a:avLst/>
          </a:prstGeom>
        </p:spPr>
        <p:txBody>
          <a:bodyPr/>
          <a:lstStyle>
            <a:lvl1pPr marL="0" indent="0">
              <a:buNone/>
              <a:defRPr sz="5400" b="1" i="0">
                <a:solidFill>
                  <a:schemeClr val="bg1"/>
                </a:solidFill>
                <a:latin typeface="Calibri" panose="020F0502020204030204" pitchFamily="34" charset="0"/>
                <a:cs typeface="Calibri" panose="020F0502020204030204" pitchFamily="34" charset="0"/>
              </a:defRPr>
            </a:lvl1pPr>
          </a:lstStyle>
          <a:p>
            <a:pPr lvl="0"/>
            <a:r>
              <a:rPr lang="en-US"/>
              <a:t>TEXT GOES HERE</a:t>
            </a:r>
          </a:p>
        </p:txBody>
      </p:sp>
    </p:spTree>
    <p:extLst>
      <p:ext uri="{BB962C8B-B14F-4D97-AF65-F5344CB8AC3E}">
        <p14:creationId xmlns:p14="http://schemas.microsoft.com/office/powerpoint/2010/main" val="23803464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3552A-5436-4A4A-85BA-8E6F8541B5FA}"/>
              </a:ext>
            </a:extLst>
          </p:cNvPr>
          <p:cNvSpPr>
            <a:spLocks noGrp="1"/>
          </p:cNvSpPr>
          <p:nvPr>
            <p:ph type="title" hasCustomPrompt="1"/>
          </p:nvPr>
        </p:nvSpPr>
        <p:spPr>
          <a:xfrm>
            <a:off x="533399" y="417637"/>
            <a:ext cx="9706155" cy="487729"/>
          </a:xfrm>
          <a:prstGeom prst="rect">
            <a:avLst/>
          </a:prstGeom>
        </p:spPr>
        <p:txBody>
          <a:bodyPr lIns="0" tIns="0" rIns="0" bIns="0"/>
          <a:lstStyle>
            <a:lvl1pPr>
              <a:defRPr sz="3200" b="1">
                <a:solidFill>
                  <a:srgbClr val="1D4F91"/>
                </a:solidFill>
              </a:defRPr>
            </a:lvl1pPr>
          </a:lstStyle>
          <a:p>
            <a:r>
              <a:rPr lang="en-US"/>
              <a:t>CLICK TO EDIT MASTER TITLE STYLE</a:t>
            </a:r>
          </a:p>
        </p:txBody>
      </p:sp>
      <p:sp>
        <p:nvSpPr>
          <p:cNvPr id="12" name="Text Placeholder 11">
            <a:extLst>
              <a:ext uri="{FF2B5EF4-FFF2-40B4-BE49-F238E27FC236}">
                <a16:creationId xmlns:a16="http://schemas.microsoft.com/office/drawing/2014/main" id="{D01C568B-7B37-5344-81AE-D84CFF039F01}"/>
              </a:ext>
            </a:extLst>
          </p:cNvPr>
          <p:cNvSpPr>
            <a:spLocks noGrp="1"/>
          </p:cNvSpPr>
          <p:nvPr>
            <p:ph type="body" sz="quarter" idx="11"/>
          </p:nvPr>
        </p:nvSpPr>
        <p:spPr>
          <a:xfrm>
            <a:off x="533400" y="1104900"/>
            <a:ext cx="11125200" cy="5177896"/>
          </a:xfrm>
          <a:prstGeom prst="rect">
            <a:avLst/>
          </a:prstGeom>
        </p:spPr>
        <p:txBody>
          <a:bodyPr lIns="0" tIns="0" rIns="0" bIns="0"/>
          <a:lstStyle>
            <a:lvl1pPr>
              <a:buFontTx/>
              <a:buNone/>
              <a:defRPr b="0">
                <a:solidFill>
                  <a:srgbClr val="1D4F91"/>
                </a:solidFill>
                <a:latin typeface="+mj-lt"/>
              </a:defRPr>
            </a:lvl1pPr>
            <a:lvl2pPr marL="685800" indent="-677863">
              <a:buNone/>
              <a:tabLst/>
              <a:defRPr sz="2000">
                <a:solidFill>
                  <a:srgbClr val="1D4F91"/>
                </a:solidFill>
                <a:latin typeface="+mj-lt"/>
              </a:defRPr>
            </a:lvl2pPr>
          </a:lstStyle>
          <a:p>
            <a:pPr lvl="0"/>
            <a:r>
              <a:rPr lang="en-US"/>
              <a:t>Click to edit Master text styles</a:t>
            </a:r>
          </a:p>
        </p:txBody>
      </p:sp>
    </p:spTree>
    <p:extLst>
      <p:ext uri="{BB962C8B-B14F-4D97-AF65-F5344CB8AC3E}">
        <p14:creationId xmlns:p14="http://schemas.microsoft.com/office/powerpoint/2010/main" val="26459081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3552A-5436-4A4A-85BA-8E6F8541B5FA}"/>
              </a:ext>
            </a:extLst>
          </p:cNvPr>
          <p:cNvSpPr>
            <a:spLocks noGrp="1"/>
          </p:cNvSpPr>
          <p:nvPr>
            <p:ph type="title" hasCustomPrompt="1"/>
          </p:nvPr>
        </p:nvSpPr>
        <p:spPr>
          <a:xfrm>
            <a:off x="533399" y="417637"/>
            <a:ext cx="9706155" cy="487729"/>
          </a:xfrm>
          <a:prstGeom prst="rect">
            <a:avLst/>
          </a:prstGeom>
        </p:spPr>
        <p:txBody>
          <a:bodyPr lIns="0" tIns="0" rIns="0" bIns="0"/>
          <a:lstStyle>
            <a:lvl1pPr>
              <a:defRPr sz="3200" b="1">
                <a:solidFill>
                  <a:srgbClr val="1D4F91"/>
                </a:solidFill>
              </a:defRPr>
            </a:lvl1pPr>
          </a:lstStyle>
          <a:p>
            <a:r>
              <a:rPr lang="en-US"/>
              <a:t>CLICK TO EDIT MASTER TITLE STYLE</a:t>
            </a:r>
          </a:p>
        </p:txBody>
      </p:sp>
    </p:spTree>
    <p:extLst>
      <p:ext uri="{BB962C8B-B14F-4D97-AF65-F5344CB8AC3E}">
        <p14:creationId xmlns:p14="http://schemas.microsoft.com/office/powerpoint/2010/main" val="28252692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82826D-D6E9-4411-803E-610EA0B59E19}"/>
              </a:ext>
            </a:extLst>
          </p:cNvPr>
          <p:cNvSpPr>
            <a:spLocks noGrp="1"/>
          </p:cNvSpPr>
          <p:nvPr>
            <p:ph idx="1"/>
          </p:nvPr>
        </p:nvSpPr>
        <p:spPr>
          <a:xfrm>
            <a:off x="533400" y="1104900"/>
            <a:ext cx="11125200" cy="5192383"/>
          </a:xfrm>
          <a:prstGeom prst="rect">
            <a:avLst/>
          </a:prstGeom>
        </p:spPr>
        <p:txBody>
          <a:bodyPr lIns="0" tIns="0" rIns="0" bIns="0"/>
          <a:lstStyle>
            <a:lvl1pPr>
              <a:buNone/>
              <a:defRPr b="0">
                <a:solidFill>
                  <a:srgbClr val="1D4F91"/>
                </a:solidFill>
                <a:latin typeface="+mj-lt"/>
              </a:defRPr>
            </a:lvl1pPr>
            <a:lvl2pPr>
              <a:buNone/>
              <a:defRPr>
                <a:solidFill>
                  <a:srgbClr val="1D4F91"/>
                </a:solidFill>
                <a:latin typeface="+mj-lt"/>
              </a:defRPr>
            </a:lvl2pPr>
            <a:lvl3pPr>
              <a:defRPr>
                <a:solidFill>
                  <a:srgbClr val="1D4F91"/>
                </a:solidFill>
                <a:latin typeface="+mj-lt"/>
              </a:defRPr>
            </a:lvl3pPr>
            <a:lvl4pPr>
              <a:defRPr>
                <a:solidFill>
                  <a:srgbClr val="1D4F91"/>
                </a:solidFill>
                <a:latin typeface="+mj-lt"/>
              </a:defRPr>
            </a:lvl4pPr>
            <a:lvl5pPr>
              <a:defRPr>
                <a:solidFill>
                  <a:srgbClr val="1D4F9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1">
            <a:extLst>
              <a:ext uri="{FF2B5EF4-FFF2-40B4-BE49-F238E27FC236}">
                <a16:creationId xmlns:a16="http://schemas.microsoft.com/office/drawing/2014/main" id="{7F7BB2AA-822D-3B4C-AD54-80B154C1496F}"/>
              </a:ext>
            </a:extLst>
          </p:cNvPr>
          <p:cNvSpPr>
            <a:spLocks noGrp="1"/>
          </p:cNvSpPr>
          <p:nvPr>
            <p:ph type="title" hasCustomPrompt="1"/>
          </p:nvPr>
        </p:nvSpPr>
        <p:spPr>
          <a:xfrm>
            <a:off x="533400" y="417637"/>
            <a:ext cx="9611264" cy="487729"/>
          </a:xfrm>
          <a:prstGeom prst="rect">
            <a:avLst/>
          </a:prstGeom>
        </p:spPr>
        <p:txBody>
          <a:bodyPr lIns="0" tIns="0" rIns="0" bIns="0"/>
          <a:lstStyle>
            <a:lvl1pPr>
              <a:defRPr sz="3200" b="1">
                <a:solidFill>
                  <a:srgbClr val="1D4F91"/>
                </a:solidFill>
              </a:defRPr>
            </a:lvl1pPr>
          </a:lstStyle>
          <a:p>
            <a:r>
              <a:rPr lang="en-US"/>
              <a:t>CLICK TO EDIT MASTER TITLE STYLE</a:t>
            </a:r>
          </a:p>
        </p:txBody>
      </p:sp>
    </p:spTree>
    <p:extLst>
      <p:ext uri="{BB962C8B-B14F-4D97-AF65-F5344CB8AC3E}">
        <p14:creationId xmlns:p14="http://schemas.microsoft.com/office/powerpoint/2010/main" val="29793110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Location Title Slide">
    <p:spTree>
      <p:nvGrpSpPr>
        <p:cNvPr id="1" name=""/>
        <p:cNvGrpSpPr/>
        <p:nvPr/>
      </p:nvGrpSpPr>
      <p:grpSpPr>
        <a:xfrm>
          <a:off x="0" y="0"/>
          <a:ext cx="0" cy="0"/>
          <a:chOff x="0" y="0"/>
          <a:chExt cx="0" cy="0"/>
        </a:xfrm>
      </p:grpSpPr>
      <p:sp>
        <p:nvSpPr>
          <p:cNvPr id="6" name="Footer Placeholder 2">
            <a:extLst>
              <a:ext uri="{FF2B5EF4-FFF2-40B4-BE49-F238E27FC236}">
                <a16:creationId xmlns:a16="http://schemas.microsoft.com/office/drawing/2014/main" id="{65D72378-0869-2443-BF5D-0D414D65EA8F}"/>
              </a:ext>
            </a:extLst>
          </p:cNvPr>
          <p:cNvSpPr txBox="1">
            <a:spLocks/>
          </p:cNvSpPr>
          <p:nvPr userDrawn="1"/>
        </p:nvSpPr>
        <p:spPr>
          <a:xfrm>
            <a:off x="9032267" y="6419457"/>
            <a:ext cx="2626333" cy="280807"/>
          </a:xfrm>
          <a:prstGeom prst="rect">
            <a:avLst/>
          </a:prstGeom>
        </p:spPr>
        <p:txBody>
          <a:bodyPr vert="horz" lIns="0" tIns="0" rIns="0" bIns="0" rtlCol="0" anchor="ctr"/>
          <a:lstStyle>
            <a:defPPr>
              <a:defRPr lang="en-US"/>
            </a:defPPr>
            <a:lvl1pPr marL="0" algn="ctr" defTabSz="914400" rtl="0" eaLnBrk="1" latinLnBrk="0" hangingPunct="1">
              <a:defRPr sz="1000" b="1" kern="1200" cap="all" spc="10" normalizeH="0" baseline="0">
                <a:solidFill>
                  <a:srgbClr val="718899"/>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200" b="0">
                <a:solidFill>
                  <a:srgbClr val="1D4F91"/>
                </a:solidFill>
                <a:latin typeface="+mj-lt"/>
              </a:rPr>
              <a:t>CONFIDENTIAL</a:t>
            </a:r>
            <a:r>
              <a:rPr lang="en-US" sz="1200" b="0">
                <a:solidFill>
                  <a:srgbClr val="24346D"/>
                </a:solidFill>
                <a:latin typeface="+mj-lt"/>
              </a:rPr>
              <a:t> </a:t>
            </a:r>
            <a:r>
              <a:rPr lang="en-US" sz="1200" b="0">
                <a:solidFill>
                  <a:srgbClr val="1C9BD6"/>
                </a:solidFill>
                <a:latin typeface="+mj-lt"/>
              </a:rPr>
              <a:t>| </a:t>
            </a:r>
            <a:fld id="{B7743EAC-ADCF-4CA5-9368-D1ED32F96EB3}" type="slidenum">
              <a:rPr lang="en-US" sz="1200" b="0" smtClean="0">
                <a:solidFill>
                  <a:srgbClr val="1D4F91"/>
                </a:solidFill>
                <a:latin typeface="+mj-lt"/>
              </a:rPr>
              <a:pPr algn="r"/>
              <a:t>‹#›</a:t>
            </a:fld>
            <a:endParaRPr lang="en-US" sz="1200" b="0">
              <a:solidFill>
                <a:srgbClr val="1D4F91"/>
              </a:solidFill>
              <a:latin typeface="+mj-lt"/>
            </a:endParaRPr>
          </a:p>
        </p:txBody>
      </p:sp>
      <p:cxnSp>
        <p:nvCxnSpPr>
          <p:cNvPr id="7" name="Straight Arrow Connector 6">
            <a:extLst>
              <a:ext uri="{FF2B5EF4-FFF2-40B4-BE49-F238E27FC236}">
                <a16:creationId xmlns:a16="http://schemas.microsoft.com/office/drawing/2014/main" id="{95D1C437-FF36-A541-B695-5F22D637A266}"/>
              </a:ext>
            </a:extLst>
          </p:cNvPr>
          <p:cNvCxnSpPr>
            <a:cxnSpLocks/>
          </p:cNvCxnSpPr>
          <p:nvPr userDrawn="1"/>
        </p:nvCxnSpPr>
        <p:spPr>
          <a:xfrm>
            <a:off x="533400" y="6317771"/>
            <a:ext cx="11125200" cy="0"/>
          </a:xfrm>
          <a:prstGeom prst="straightConnector1">
            <a:avLst/>
          </a:prstGeom>
          <a:ln w="9525">
            <a:solidFill>
              <a:srgbClr val="1D4F9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98418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3_Cover Slid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CBE51BC-C773-5A4C-AC8B-000BDF802277}"/>
              </a:ext>
            </a:extLst>
          </p:cNvPr>
          <p:cNvSpPr>
            <a:spLocks noGrp="1"/>
          </p:cNvSpPr>
          <p:nvPr>
            <p:ph type="body" sz="quarter" idx="10" hasCustomPrompt="1"/>
          </p:nvPr>
        </p:nvSpPr>
        <p:spPr>
          <a:xfrm>
            <a:off x="584200" y="1722706"/>
            <a:ext cx="11025188" cy="720969"/>
          </a:xfrm>
          <a:prstGeom prst="rect">
            <a:avLst/>
          </a:prstGeom>
        </p:spPr>
        <p:txBody>
          <a:bodyPr lIns="0" tIns="0" rIns="0" bIns="0"/>
          <a:lstStyle>
            <a:lvl1pPr>
              <a:buNone/>
              <a:defRPr sz="4800" b="1" i="0">
                <a:solidFill>
                  <a:srgbClr val="1D4F91"/>
                </a:solidFill>
                <a:latin typeface="Calibri" panose="020F0502020204030204" pitchFamily="34" charset="0"/>
                <a:cs typeface="Calibri" panose="020F0502020204030204" pitchFamily="34" charset="0"/>
              </a:defRPr>
            </a:lvl1pPr>
          </a:lstStyle>
          <a:p>
            <a:pPr lvl="0"/>
            <a:r>
              <a:rPr lang="en-US"/>
              <a:t>STACK HEADLINE</a:t>
            </a:r>
          </a:p>
        </p:txBody>
      </p:sp>
      <p:sp>
        <p:nvSpPr>
          <p:cNvPr id="14" name="Text Placeholder 15">
            <a:extLst>
              <a:ext uri="{FF2B5EF4-FFF2-40B4-BE49-F238E27FC236}">
                <a16:creationId xmlns:a16="http://schemas.microsoft.com/office/drawing/2014/main" id="{2DE7F02A-BAA4-854C-B7B4-19D52889A9D8}"/>
              </a:ext>
            </a:extLst>
          </p:cNvPr>
          <p:cNvSpPr>
            <a:spLocks noGrp="1"/>
          </p:cNvSpPr>
          <p:nvPr>
            <p:ph type="body" sz="quarter" idx="14" hasCustomPrompt="1"/>
          </p:nvPr>
        </p:nvSpPr>
        <p:spPr>
          <a:xfrm>
            <a:off x="584201" y="2452469"/>
            <a:ext cx="11025188" cy="471487"/>
          </a:xfrm>
          <a:prstGeom prst="rect">
            <a:avLst/>
          </a:prstGeom>
        </p:spPr>
        <p:txBody>
          <a:bodyPr lIns="0" tIns="0" rIns="0" bIns="0">
            <a:noAutofit/>
          </a:bodyPr>
          <a:lstStyle>
            <a:lvl1pPr marL="0" indent="0">
              <a:lnSpc>
                <a:spcPts val="2000"/>
              </a:lnSpc>
              <a:buFontTx/>
              <a:buNone/>
              <a:defRPr sz="1600" b="0" cap="all" spc="51" baseline="0">
                <a:solidFill>
                  <a:srgbClr val="298CC0"/>
                </a:solidFill>
                <a:effectLst/>
                <a:latin typeface="Calibri" panose="020F0502020204030204" pitchFamily="34" charset="0"/>
                <a:cs typeface="Calibri" panose="020F0502020204030204" pitchFamily="34" charset="0"/>
              </a:defRPr>
            </a:lvl1pPr>
          </a:lstStyle>
          <a:p>
            <a:pPr lvl="0"/>
            <a:r>
              <a:rPr lang="en-US"/>
              <a:t>Subtitle Would Go Here</a:t>
            </a:r>
          </a:p>
        </p:txBody>
      </p:sp>
      <p:cxnSp>
        <p:nvCxnSpPr>
          <p:cNvPr id="8" name="Straight Arrow Connector 7">
            <a:extLst>
              <a:ext uri="{FF2B5EF4-FFF2-40B4-BE49-F238E27FC236}">
                <a16:creationId xmlns:a16="http://schemas.microsoft.com/office/drawing/2014/main" id="{3EF8D464-095F-F649-BE3B-5A8358509ECF}"/>
              </a:ext>
            </a:extLst>
          </p:cNvPr>
          <p:cNvCxnSpPr>
            <a:cxnSpLocks/>
          </p:cNvCxnSpPr>
          <p:nvPr/>
        </p:nvCxnSpPr>
        <p:spPr>
          <a:xfrm>
            <a:off x="3444240" y="894631"/>
            <a:ext cx="8165148" cy="0"/>
          </a:xfrm>
          <a:prstGeom prst="straightConnector1">
            <a:avLst/>
          </a:prstGeom>
          <a:ln w="9525">
            <a:solidFill>
              <a:srgbClr val="1D4F9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52E7FB32-97A2-7E4D-804D-C44D1F64BEFE}"/>
              </a:ext>
            </a:extLst>
          </p:cNvPr>
          <p:cNvCxnSpPr>
            <a:cxnSpLocks/>
          </p:cNvCxnSpPr>
          <p:nvPr/>
        </p:nvCxnSpPr>
        <p:spPr>
          <a:xfrm flipH="1">
            <a:off x="-71120" y="6181710"/>
            <a:ext cx="2474422" cy="0"/>
          </a:xfrm>
          <a:prstGeom prst="line">
            <a:avLst/>
          </a:prstGeom>
          <a:ln w="6350">
            <a:solidFill>
              <a:srgbClr val="6184B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98605F37-AAE1-3A74-94F9-C45D30D3F1E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4199" y="735667"/>
            <a:ext cx="2727961" cy="330291"/>
          </a:xfrm>
          <a:prstGeom prst="rect">
            <a:avLst/>
          </a:prstGeom>
        </p:spPr>
      </p:pic>
      <p:pic>
        <p:nvPicPr>
          <p:cNvPr id="10" name="Picture 9" descr="A picture containing text, sign&#10;&#10;Description automatically generated">
            <a:extLst>
              <a:ext uri="{FF2B5EF4-FFF2-40B4-BE49-F238E27FC236}">
                <a16:creationId xmlns:a16="http://schemas.microsoft.com/office/drawing/2014/main" id="{FED7C377-A254-B749-B2BF-88C475417D3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192487" y="1346849"/>
            <a:ext cx="9763125" cy="5490385"/>
          </a:xfrm>
          <a:prstGeom prst="rect">
            <a:avLst/>
          </a:prstGeom>
        </p:spPr>
      </p:pic>
    </p:spTree>
    <p:extLst>
      <p:ext uri="{BB962C8B-B14F-4D97-AF65-F5344CB8AC3E}">
        <p14:creationId xmlns:p14="http://schemas.microsoft.com/office/powerpoint/2010/main" val="32193974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ransition Slide/Title Pag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75EBA48E-ED0A-CA45-9EB5-F9E4966CEA81}"/>
              </a:ext>
            </a:extLst>
          </p:cNvPr>
          <p:cNvCxnSpPr>
            <a:cxnSpLocks/>
          </p:cNvCxnSpPr>
          <p:nvPr/>
        </p:nvCxnSpPr>
        <p:spPr>
          <a:xfrm>
            <a:off x="584200" y="2269067"/>
            <a:ext cx="11025188" cy="0"/>
          </a:xfrm>
          <a:prstGeom prst="line">
            <a:avLst/>
          </a:prstGeom>
          <a:ln w="38100">
            <a:solidFill>
              <a:schemeClr val="bg1"/>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7C8FC204-D710-3641-9AA7-60FACB4CA69D}"/>
              </a:ext>
            </a:extLst>
          </p:cNvPr>
          <p:cNvCxnSpPr>
            <a:cxnSpLocks/>
          </p:cNvCxnSpPr>
          <p:nvPr/>
        </p:nvCxnSpPr>
        <p:spPr>
          <a:xfrm>
            <a:off x="584200" y="4546601"/>
            <a:ext cx="11025188" cy="0"/>
          </a:xfrm>
          <a:prstGeom prst="line">
            <a:avLst/>
          </a:prstGeom>
          <a:ln w="38100">
            <a:solidFill>
              <a:schemeClr val="bg1"/>
            </a:solidFill>
          </a:ln>
        </p:spPr>
        <p:style>
          <a:lnRef idx="1">
            <a:schemeClr val="dk1"/>
          </a:lnRef>
          <a:fillRef idx="0">
            <a:schemeClr val="dk1"/>
          </a:fillRef>
          <a:effectRef idx="0">
            <a:schemeClr val="dk1"/>
          </a:effectRef>
          <a:fontRef idx="minor">
            <a:schemeClr val="tx1"/>
          </a:fontRef>
        </p:style>
      </p:cxnSp>
      <p:sp>
        <p:nvSpPr>
          <p:cNvPr id="7" name="TextBox 6">
            <a:extLst>
              <a:ext uri="{FF2B5EF4-FFF2-40B4-BE49-F238E27FC236}">
                <a16:creationId xmlns:a16="http://schemas.microsoft.com/office/drawing/2014/main" id="{49A4A353-4469-6440-A285-1D76A6709396}"/>
              </a:ext>
            </a:extLst>
          </p:cNvPr>
          <p:cNvSpPr txBox="1"/>
          <p:nvPr/>
        </p:nvSpPr>
        <p:spPr>
          <a:xfrm>
            <a:off x="935892" y="3188677"/>
            <a:ext cx="10541000" cy="681405"/>
          </a:xfrm>
          <a:prstGeom prst="rect">
            <a:avLst/>
          </a:prstGeom>
          <a:noFill/>
        </p:spPr>
        <p:txBody>
          <a:bodyPr wrap="square" lIns="0" tIns="0" rIns="0" bIns="0" rtlCol="0">
            <a:spAutoFit/>
          </a:bodyPr>
          <a:lstStyle/>
          <a:p>
            <a:pPr marL="0" marR="0" indent="0" algn="l">
              <a:lnSpc>
                <a:spcPct val="80000"/>
              </a:lnSpc>
              <a:spcBef>
                <a:spcPts val="0"/>
              </a:spcBef>
              <a:spcAft>
                <a:spcPts val="0"/>
              </a:spcAft>
              <a:buNone/>
            </a:pPr>
            <a:r>
              <a:rPr lang="en-US" sz="5400" b="1" i="0" u="none" strike="noStrike" noProof="0">
                <a:solidFill>
                  <a:schemeClr val="bg1"/>
                </a:solidFill>
                <a:latin typeface="Calibri"/>
              </a:rPr>
              <a:t>CLICK TO ADD TEXT</a:t>
            </a:r>
          </a:p>
        </p:txBody>
      </p:sp>
      <p:pic>
        <p:nvPicPr>
          <p:cNvPr id="3" name="Picture 2">
            <a:extLst>
              <a:ext uri="{FF2B5EF4-FFF2-40B4-BE49-F238E27FC236}">
                <a16:creationId xmlns:a16="http://schemas.microsoft.com/office/drawing/2014/main" id="{AE29EED1-4651-E246-B978-1420FB3437B6}"/>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990" y="0"/>
            <a:ext cx="12192000" cy="6858000"/>
          </a:xfrm>
          <a:prstGeom prst="rect">
            <a:avLst/>
          </a:prstGeom>
        </p:spPr>
      </p:pic>
      <p:cxnSp>
        <p:nvCxnSpPr>
          <p:cNvPr id="9" name="Straight Connector 8">
            <a:extLst>
              <a:ext uri="{FF2B5EF4-FFF2-40B4-BE49-F238E27FC236}">
                <a16:creationId xmlns:a16="http://schemas.microsoft.com/office/drawing/2014/main" id="{4636116B-46B4-1A4B-A465-2F4A1A7B5060}"/>
              </a:ext>
            </a:extLst>
          </p:cNvPr>
          <p:cNvCxnSpPr>
            <a:cxnSpLocks/>
          </p:cNvCxnSpPr>
          <p:nvPr userDrawn="1"/>
        </p:nvCxnSpPr>
        <p:spPr>
          <a:xfrm>
            <a:off x="736600" y="2421467"/>
            <a:ext cx="11025188" cy="0"/>
          </a:xfrm>
          <a:prstGeom prst="line">
            <a:avLst/>
          </a:prstGeom>
          <a:ln w="38100">
            <a:solidFill>
              <a:schemeClr val="bg1"/>
            </a:solidFill>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6995A727-F239-1A46-9306-69A72E4184F7}"/>
              </a:ext>
            </a:extLst>
          </p:cNvPr>
          <p:cNvCxnSpPr>
            <a:cxnSpLocks/>
          </p:cNvCxnSpPr>
          <p:nvPr userDrawn="1"/>
        </p:nvCxnSpPr>
        <p:spPr>
          <a:xfrm>
            <a:off x="736600" y="4699001"/>
            <a:ext cx="11025188" cy="0"/>
          </a:xfrm>
          <a:prstGeom prst="line">
            <a:avLst/>
          </a:prstGeom>
          <a:ln w="38100">
            <a:solidFill>
              <a:schemeClr val="bg1"/>
            </a:solidFill>
          </a:ln>
        </p:spPr>
        <p:style>
          <a:lnRef idx="1">
            <a:schemeClr val="dk1"/>
          </a:lnRef>
          <a:fillRef idx="0">
            <a:schemeClr val="dk1"/>
          </a:fillRef>
          <a:effectRef idx="0">
            <a:schemeClr val="dk1"/>
          </a:effectRef>
          <a:fontRef idx="minor">
            <a:schemeClr val="tx1"/>
          </a:fontRef>
        </p:style>
      </p:cxnSp>
      <p:sp>
        <p:nvSpPr>
          <p:cNvPr id="8" name="Text Placeholder 3">
            <a:extLst>
              <a:ext uri="{FF2B5EF4-FFF2-40B4-BE49-F238E27FC236}">
                <a16:creationId xmlns:a16="http://schemas.microsoft.com/office/drawing/2014/main" id="{2DCE0FEA-2388-8B4D-BF9E-3996F1158E6B}"/>
              </a:ext>
            </a:extLst>
          </p:cNvPr>
          <p:cNvSpPr>
            <a:spLocks noGrp="1"/>
          </p:cNvSpPr>
          <p:nvPr>
            <p:ph type="body" sz="quarter" idx="10" hasCustomPrompt="1"/>
          </p:nvPr>
        </p:nvSpPr>
        <p:spPr>
          <a:xfrm>
            <a:off x="914400" y="2997200"/>
            <a:ext cx="10331450" cy="795338"/>
          </a:xfrm>
          <a:prstGeom prst="rect">
            <a:avLst/>
          </a:prstGeom>
        </p:spPr>
        <p:txBody>
          <a:bodyPr/>
          <a:lstStyle>
            <a:lvl1pPr marL="0" indent="0">
              <a:buNone/>
              <a:defRPr sz="5400" b="1" i="0">
                <a:solidFill>
                  <a:schemeClr val="bg1"/>
                </a:solidFill>
                <a:latin typeface="Calibri" panose="020F0502020204030204" pitchFamily="34" charset="0"/>
                <a:cs typeface="Calibri" panose="020F0502020204030204" pitchFamily="34" charset="0"/>
              </a:defRPr>
            </a:lvl1pPr>
          </a:lstStyle>
          <a:p>
            <a:pPr lvl="0"/>
            <a:r>
              <a:rPr lang="en-US"/>
              <a:t>TEXT GOES HERE</a:t>
            </a:r>
          </a:p>
        </p:txBody>
      </p:sp>
      <p:pic>
        <p:nvPicPr>
          <p:cNvPr id="2" name="Graphic 1">
            <a:extLst>
              <a:ext uri="{FF2B5EF4-FFF2-40B4-BE49-F238E27FC236}">
                <a16:creationId xmlns:a16="http://schemas.microsoft.com/office/drawing/2014/main" id="{E47DF514-881B-F695-7ED3-37DDEC9B76BA}"/>
              </a:ext>
            </a:extLst>
          </p:cNvPr>
          <p:cNvPicPr>
            <a:picLocks noChangeAspect="1"/>
          </p:cNvPicPr>
          <p:nvPr userDrawn="1"/>
        </p:nvPicPr>
        <p:blipFill>
          <a:blip r:embed="rId3">
            <a:alphaModFix amt="30000"/>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954027" y="2584741"/>
            <a:ext cx="5092927" cy="5092927"/>
          </a:xfrm>
          <a:prstGeom prst="rect">
            <a:avLst/>
          </a:prstGeom>
        </p:spPr>
      </p:pic>
    </p:spTree>
    <p:extLst>
      <p:ext uri="{BB962C8B-B14F-4D97-AF65-F5344CB8AC3E}">
        <p14:creationId xmlns:p14="http://schemas.microsoft.com/office/powerpoint/2010/main" val="31909656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ransition Slide/Title Pag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4250C1C-4E22-6557-E82C-59CAD7ED940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55660"/>
          <a:stretch/>
        </p:blipFill>
        <p:spPr>
          <a:xfrm>
            <a:off x="10371793" y="6070070"/>
            <a:ext cx="1236007" cy="337513"/>
          </a:xfrm>
          <a:prstGeom prst="rect">
            <a:avLst/>
          </a:prstGeom>
        </p:spPr>
      </p:pic>
      <p:pic>
        <p:nvPicPr>
          <p:cNvPr id="3" name="Graphic 2">
            <a:extLst>
              <a:ext uri="{FF2B5EF4-FFF2-40B4-BE49-F238E27FC236}">
                <a16:creationId xmlns:a16="http://schemas.microsoft.com/office/drawing/2014/main" id="{FAA5F014-A4D0-6DDB-13D7-1007BAE7D47E}"/>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84200" y="6070071"/>
            <a:ext cx="1504975" cy="337513"/>
          </a:xfrm>
          <a:prstGeom prst="rect">
            <a:avLst/>
          </a:prstGeom>
        </p:spPr>
      </p:pic>
      <p:cxnSp>
        <p:nvCxnSpPr>
          <p:cNvPr id="8" name="Straight Arrow Connector 7">
            <a:extLst>
              <a:ext uri="{FF2B5EF4-FFF2-40B4-BE49-F238E27FC236}">
                <a16:creationId xmlns:a16="http://schemas.microsoft.com/office/drawing/2014/main" id="{980AD77C-2C65-2C85-8924-6D71221BEC3C}"/>
              </a:ext>
            </a:extLst>
          </p:cNvPr>
          <p:cNvCxnSpPr>
            <a:cxnSpLocks/>
          </p:cNvCxnSpPr>
          <p:nvPr userDrawn="1"/>
        </p:nvCxnSpPr>
        <p:spPr>
          <a:xfrm>
            <a:off x="533400" y="860126"/>
            <a:ext cx="11125200" cy="0"/>
          </a:xfrm>
          <a:prstGeom prst="straightConnector1">
            <a:avLst/>
          </a:prstGeom>
          <a:ln w="9525">
            <a:solidFill>
              <a:srgbClr val="1D4F9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18816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Transition Slide/Title Pag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6D619D-99CF-304E-BFEB-5BD65C28D9C5}"/>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7950" y="-2094"/>
            <a:ext cx="12192000" cy="6858000"/>
          </a:xfrm>
          <a:prstGeom prst="rect">
            <a:avLst/>
          </a:prstGeom>
        </p:spPr>
      </p:pic>
      <p:cxnSp>
        <p:nvCxnSpPr>
          <p:cNvPr id="6" name="Straight Connector 5">
            <a:extLst>
              <a:ext uri="{FF2B5EF4-FFF2-40B4-BE49-F238E27FC236}">
                <a16:creationId xmlns:a16="http://schemas.microsoft.com/office/drawing/2014/main" id="{75EBA48E-ED0A-CA45-9EB5-F9E4966CEA81}"/>
              </a:ext>
            </a:extLst>
          </p:cNvPr>
          <p:cNvCxnSpPr>
            <a:cxnSpLocks/>
          </p:cNvCxnSpPr>
          <p:nvPr/>
        </p:nvCxnSpPr>
        <p:spPr>
          <a:xfrm>
            <a:off x="584200" y="2269067"/>
            <a:ext cx="11025188" cy="0"/>
          </a:xfrm>
          <a:prstGeom prst="line">
            <a:avLst/>
          </a:prstGeom>
          <a:ln w="38100">
            <a:solidFill>
              <a:schemeClr val="bg1"/>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7C8FC204-D710-3641-9AA7-60FACB4CA69D}"/>
              </a:ext>
            </a:extLst>
          </p:cNvPr>
          <p:cNvCxnSpPr>
            <a:cxnSpLocks/>
          </p:cNvCxnSpPr>
          <p:nvPr/>
        </p:nvCxnSpPr>
        <p:spPr>
          <a:xfrm>
            <a:off x="584200" y="4546601"/>
            <a:ext cx="11025188" cy="0"/>
          </a:xfrm>
          <a:prstGeom prst="line">
            <a:avLst/>
          </a:prstGeom>
          <a:ln w="38100">
            <a:solidFill>
              <a:schemeClr val="bg1"/>
            </a:solidFill>
          </a:ln>
        </p:spPr>
        <p:style>
          <a:lnRef idx="1">
            <a:schemeClr val="dk1"/>
          </a:lnRef>
          <a:fillRef idx="0">
            <a:schemeClr val="dk1"/>
          </a:fillRef>
          <a:effectRef idx="0">
            <a:schemeClr val="dk1"/>
          </a:effectRef>
          <a:fontRef idx="minor">
            <a:schemeClr val="tx1"/>
          </a:fontRef>
        </p:style>
      </p:cxnSp>
      <p:sp>
        <p:nvSpPr>
          <p:cNvPr id="3" name="Text Placeholder 3">
            <a:extLst>
              <a:ext uri="{FF2B5EF4-FFF2-40B4-BE49-F238E27FC236}">
                <a16:creationId xmlns:a16="http://schemas.microsoft.com/office/drawing/2014/main" id="{6FE7202D-A469-2AD8-EA79-27003D649AF8}"/>
              </a:ext>
            </a:extLst>
          </p:cNvPr>
          <p:cNvSpPr>
            <a:spLocks noGrp="1"/>
          </p:cNvSpPr>
          <p:nvPr>
            <p:ph type="body" sz="quarter" idx="10" hasCustomPrompt="1"/>
          </p:nvPr>
        </p:nvSpPr>
        <p:spPr>
          <a:xfrm>
            <a:off x="930275" y="3029237"/>
            <a:ext cx="10331450" cy="795338"/>
          </a:xfrm>
          <a:prstGeom prst="rect">
            <a:avLst/>
          </a:prstGeom>
        </p:spPr>
        <p:txBody>
          <a:bodyPr/>
          <a:lstStyle>
            <a:lvl1pPr marL="0" indent="0">
              <a:buNone/>
              <a:defRPr sz="5400" b="1" i="0">
                <a:solidFill>
                  <a:schemeClr val="bg1"/>
                </a:solidFill>
                <a:latin typeface="Calibri" panose="020F0502020204030204" pitchFamily="34" charset="0"/>
                <a:cs typeface="Calibri" panose="020F0502020204030204" pitchFamily="34" charset="0"/>
              </a:defRPr>
            </a:lvl1pPr>
          </a:lstStyle>
          <a:p>
            <a:pPr lvl="0"/>
            <a:r>
              <a:rPr lang="en-US"/>
              <a:t>TEXT GOES HERE</a:t>
            </a:r>
          </a:p>
        </p:txBody>
      </p:sp>
      <p:pic>
        <p:nvPicPr>
          <p:cNvPr id="4" name="Graphic 3">
            <a:extLst>
              <a:ext uri="{FF2B5EF4-FFF2-40B4-BE49-F238E27FC236}">
                <a16:creationId xmlns:a16="http://schemas.microsoft.com/office/drawing/2014/main" id="{373A29A5-F587-B3A9-2326-52823D2DD319}"/>
              </a:ext>
            </a:extLst>
          </p:cNvPr>
          <p:cNvPicPr>
            <a:picLocks noChangeAspect="1"/>
          </p:cNvPicPr>
          <p:nvPr userDrawn="1"/>
        </p:nvPicPr>
        <p:blipFill>
          <a:blip r:embed="rId3">
            <a:alphaModFix amt="66000"/>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954027" y="2584741"/>
            <a:ext cx="5092927" cy="5092927"/>
          </a:xfrm>
          <a:prstGeom prst="rect">
            <a:avLst/>
          </a:prstGeom>
        </p:spPr>
      </p:pic>
    </p:spTree>
    <p:extLst>
      <p:ext uri="{BB962C8B-B14F-4D97-AF65-F5344CB8AC3E}">
        <p14:creationId xmlns:p14="http://schemas.microsoft.com/office/powerpoint/2010/main" val="19555645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Transition Slide/Title Pag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B13A846-4BFD-F343-9542-2B3CBCA6DF19}"/>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cxnSp>
        <p:nvCxnSpPr>
          <p:cNvPr id="6" name="Straight Connector 5">
            <a:extLst>
              <a:ext uri="{FF2B5EF4-FFF2-40B4-BE49-F238E27FC236}">
                <a16:creationId xmlns:a16="http://schemas.microsoft.com/office/drawing/2014/main" id="{75EBA48E-ED0A-CA45-9EB5-F9E4966CEA81}"/>
              </a:ext>
            </a:extLst>
          </p:cNvPr>
          <p:cNvCxnSpPr>
            <a:cxnSpLocks/>
          </p:cNvCxnSpPr>
          <p:nvPr/>
        </p:nvCxnSpPr>
        <p:spPr>
          <a:xfrm>
            <a:off x="584200" y="2269067"/>
            <a:ext cx="11025188" cy="0"/>
          </a:xfrm>
          <a:prstGeom prst="line">
            <a:avLst/>
          </a:prstGeom>
          <a:ln w="38100">
            <a:solidFill>
              <a:schemeClr val="bg1"/>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7C8FC204-D710-3641-9AA7-60FACB4CA69D}"/>
              </a:ext>
            </a:extLst>
          </p:cNvPr>
          <p:cNvCxnSpPr>
            <a:cxnSpLocks/>
          </p:cNvCxnSpPr>
          <p:nvPr/>
        </p:nvCxnSpPr>
        <p:spPr>
          <a:xfrm>
            <a:off x="584200" y="4546601"/>
            <a:ext cx="11025188" cy="0"/>
          </a:xfrm>
          <a:prstGeom prst="line">
            <a:avLst/>
          </a:prstGeom>
          <a:ln w="38100">
            <a:solidFill>
              <a:schemeClr val="bg1"/>
            </a:solidFill>
          </a:ln>
        </p:spPr>
        <p:style>
          <a:lnRef idx="1">
            <a:schemeClr val="dk1"/>
          </a:lnRef>
          <a:fillRef idx="0">
            <a:schemeClr val="dk1"/>
          </a:fillRef>
          <a:effectRef idx="0">
            <a:schemeClr val="dk1"/>
          </a:effectRef>
          <a:fontRef idx="minor">
            <a:schemeClr val="tx1"/>
          </a:fontRef>
        </p:style>
      </p:cxnSp>
      <p:sp>
        <p:nvSpPr>
          <p:cNvPr id="5" name="Text Placeholder 3">
            <a:extLst>
              <a:ext uri="{FF2B5EF4-FFF2-40B4-BE49-F238E27FC236}">
                <a16:creationId xmlns:a16="http://schemas.microsoft.com/office/drawing/2014/main" id="{04DCF899-41DA-694E-9F41-2DB924958F0F}"/>
              </a:ext>
            </a:extLst>
          </p:cNvPr>
          <p:cNvSpPr>
            <a:spLocks noGrp="1"/>
          </p:cNvSpPr>
          <p:nvPr>
            <p:ph type="body" sz="quarter" idx="10" hasCustomPrompt="1"/>
          </p:nvPr>
        </p:nvSpPr>
        <p:spPr>
          <a:xfrm>
            <a:off x="914400" y="2997200"/>
            <a:ext cx="10331450" cy="795338"/>
          </a:xfrm>
          <a:prstGeom prst="rect">
            <a:avLst/>
          </a:prstGeom>
        </p:spPr>
        <p:txBody>
          <a:bodyPr/>
          <a:lstStyle>
            <a:lvl1pPr marL="0" indent="0">
              <a:buNone/>
              <a:defRPr sz="5400" b="1" i="0">
                <a:solidFill>
                  <a:schemeClr val="bg1"/>
                </a:solidFill>
                <a:latin typeface="Calibri" panose="020F0502020204030204" pitchFamily="34" charset="0"/>
                <a:cs typeface="Calibri" panose="020F0502020204030204" pitchFamily="34" charset="0"/>
              </a:defRPr>
            </a:lvl1pPr>
          </a:lstStyle>
          <a:p>
            <a:pPr lvl="0"/>
            <a:r>
              <a:rPr lang="en-US"/>
              <a:t>TEXT GOES HERE</a:t>
            </a:r>
          </a:p>
        </p:txBody>
      </p:sp>
      <p:pic>
        <p:nvPicPr>
          <p:cNvPr id="2" name="Graphic 1">
            <a:extLst>
              <a:ext uri="{FF2B5EF4-FFF2-40B4-BE49-F238E27FC236}">
                <a16:creationId xmlns:a16="http://schemas.microsoft.com/office/drawing/2014/main" id="{1D5B510F-52B5-0A88-542A-5AEBE3B96872}"/>
              </a:ext>
            </a:extLst>
          </p:cNvPr>
          <p:cNvPicPr>
            <a:picLocks noChangeAspect="1"/>
          </p:cNvPicPr>
          <p:nvPr userDrawn="1"/>
        </p:nvPicPr>
        <p:blipFill>
          <a:blip r:embed="rId3">
            <a:alphaModFix amt="30000"/>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954027" y="2584741"/>
            <a:ext cx="5092927" cy="5092927"/>
          </a:xfrm>
          <a:prstGeom prst="rect">
            <a:avLst/>
          </a:prstGeom>
        </p:spPr>
      </p:pic>
    </p:spTree>
    <p:extLst>
      <p:ext uri="{BB962C8B-B14F-4D97-AF65-F5344CB8AC3E}">
        <p14:creationId xmlns:p14="http://schemas.microsoft.com/office/powerpoint/2010/main" val="12805314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Transition Slide/Title Pag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9024DDA-B83B-F64F-B7D7-00CAD253D1BF}"/>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cxnSp>
        <p:nvCxnSpPr>
          <p:cNvPr id="6" name="Straight Connector 5">
            <a:extLst>
              <a:ext uri="{FF2B5EF4-FFF2-40B4-BE49-F238E27FC236}">
                <a16:creationId xmlns:a16="http://schemas.microsoft.com/office/drawing/2014/main" id="{75EBA48E-ED0A-CA45-9EB5-F9E4966CEA81}"/>
              </a:ext>
            </a:extLst>
          </p:cNvPr>
          <p:cNvCxnSpPr>
            <a:cxnSpLocks/>
          </p:cNvCxnSpPr>
          <p:nvPr/>
        </p:nvCxnSpPr>
        <p:spPr>
          <a:xfrm>
            <a:off x="584200" y="2269067"/>
            <a:ext cx="11025188" cy="0"/>
          </a:xfrm>
          <a:prstGeom prst="line">
            <a:avLst/>
          </a:prstGeom>
          <a:ln w="38100">
            <a:solidFill>
              <a:schemeClr val="bg1"/>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7C8FC204-D710-3641-9AA7-60FACB4CA69D}"/>
              </a:ext>
            </a:extLst>
          </p:cNvPr>
          <p:cNvCxnSpPr>
            <a:cxnSpLocks/>
          </p:cNvCxnSpPr>
          <p:nvPr/>
        </p:nvCxnSpPr>
        <p:spPr>
          <a:xfrm>
            <a:off x="584200" y="4546601"/>
            <a:ext cx="11025188" cy="0"/>
          </a:xfrm>
          <a:prstGeom prst="line">
            <a:avLst/>
          </a:prstGeom>
          <a:ln w="38100">
            <a:solidFill>
              <a:schemeClr val="bg1"/>
            </a:solidFill>
          </a:ln>
        </p:spPr>
        <p:style>
          <a:lnRef idx="1">
            <a:schemeClr val="dk1"/>
          </a:lnRef>
          <a:fillRef idx="0">
            <a:schemeClr val="dk1"/>
          </a:fillRef>
          <a:effectRef idx="0">
            <a:schemeClr val="dk1"/>
          </a:effectRef>
          <a:fontRef idx="minor">
            <a:schemeClr val="tx1"/>
          </a:fontRef>
        </p:style>
      </p:cxnSp>
      <p:sp>
        <p:nvSpPr>
          <p:cNvPr id="4" name="Text Placeholder 3">
            <a:extLst>
              <a:ext uri="{FF2B5EF4-FFF2-40B4-BE49-F238E27FC236}">
                <a16:creationId xmlns:a16="http://schemas.microsoft.com/office/drawing/2014/main" id="{DF5872D1-01E9-E54C-806A-8754C25FF70C}"/>
              </a:ext>
            </a:extLst>
          </p:cNvPr>
          <p:cNvSpPr>
            <a:spLocks noGrp="1"/>
          </p:cNvSpPr>
          <p:nvPr>
            <p:ph type="body" sz="quarter" idx="10" hasCustomPrompt="1"/>
          </p:nvPr>
        </p:nvSpPr>
        <p:spPr>
          <a:xfrm>
            <a:off x="914400" y="2997200"/>
            <a:ext cx="10331450" cy="795338"/>
          </a:xfrm>
          <a:prstGeom prst="rect">
            <a:avLst/>
          </a:prstGeom>
        </p:spPr>
        <p:txBody>
          <a:bodyPr/>
          <a:lstStyle>
            <a:lvl1pPr marL="0" indent="0">
              <a:buNone/>
              <a:defRPr sz="5400" b="1" i="0">
                <a:solidFill>
                  <a:schemeClr val="bg1"/>
                </a:solidFill>
                <a:latin typeface="Calibri" panose="020F0502020204030204" pitchFamily="34" charset="0"/>
                <a:cs typeface="Calibri" panose="020F0502020204030204" pitchFamily="34" charset="0"/>
              </a:defRPr>
            </a:lvl1pPr>
          </a:lstStyle>
          <a:p>
            <a:pPr lvl="0"/>
            <a:r>
              <a:rPr lang="en-US"/>
              <a:t>TEXT GOES HERE</a:t>
            </a:r>
          </a:p>
        </p:txBody>
      </p:sp>
      <p:pic>
        <p:nvPicPr>
          <p:cNvPr id="5" name="Graphic 4">
            <a:extLst>
              <a:ext uri="{FF2B5EF4-FFF2-40B4-BE49-F238E27FC236}">
                <a16:creationId xmlns:a16="http://schemas.microsoft.com/office/drawing/2014/main" id="{F460BCA6-93BA-52C8-EF25-DE337E61C0C1}"/>
              </a:ext>
            </a:extLst>
          </p:cNvPr>
          <p:cNvPicPr>
            <a:picLocks noChangeAspect="1"/>
          </p:cNvPicPr>
          <p:nvPr userDrawn="1"/>
        </p:nvPicPr>
        <p:blipFill>
          <a:blip r:embed="rId3">
            <a:alphaModFix amt="30000"/>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954027" y="2584741"/>
            <a:ext cx="5092927" cy="5092927"/>
          </a:xfrm>
          <a:prstGeom prst="rect">
            <a:avLst/>
          </a:prstGeom>
        </p:spPr>
      </p:pic>
    </p:spTree>
    <p:extLst>
      <p:ext uri="{BB962C8B-B14F-4D97-AF65-F5344CB8AC3E}">
        <p14:creationId xmlns:p14="http://schemas.microsoft.com/office/powerpoint/2010/main" val="35526437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Transition Slide/Title Pag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75EBA48E-ED0A-CA45-9EB5-F9E4966CEA81}"/>
              </a:ext>
            </a:extLst>
          </p:cNvPr>
          <p:cNvCxnSpPr>
            <a:cxnSpLocks/>
          </p:cNvCxnSpPr>
          <p:nvPr/>
        </p:nvCxnSpPr>
        <p:spPr>
          <a:xfrm>
            <a:off x="584200" y="2269067"/>
            <a:ext cx="11025188" cy="0"/>
          </a:xfrm>
          <a:prstGeom prst="line">
            <a:avLst/>
          </a:prstGeom>
          <a:ln w="38100">
            <a:solidFill>
              <a:schemeClr val="bg1"/>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7C8FC204-D710-3641-9AA7-60FACB4CA69D}"/>
              </a:ext>
            </a:extLst>
          </p:cNvPr>
          <p:cNvCxnSpPr>
            <a:cxnSpLocks/>
          </p:cNvCxnSpPr>
          <p:nvPr/>
        </p:nvCxnSpPr>
        <p:spPr>
          <a:xfrm>
            <a:off x="584200" y="4546601"/>
            <a:ext cx="11025188" cy="0"/>
          </a:xfrm>
          <a:prstGeom prst="line">
            <a:avLst/>
          </a:prstGeom>
          <a:ln w="38100">
            <a:solidFill>
              <a:schemeClr val="bg1"/>
            </a:solidFill>
          </a:ln>
        </p:spPr>
        <p:style>
          <a:lnRef idx="1">
            <a:schemeClr val="dk1"/>
          </a:lnRef>
          <a:fillRef idx="0">
            <a:schemeClr val="dk1"/>
          </a:fillRef>
          <a:effectRef idx="0">
            <a:schemeClr val="dk1"/>
          </a:effectRef>
          <a:fontRef idx="minor">
            <a:schemeClr val="tx1"/>
          </a:fontRef>
        </p:style>
      </p:cxnSp>
      <p:sp>
        <p:nvSpPr>
          <p:cNvPr id="7" name="TextBox 6">
            <a:extLst>
              <a:ext uri="{FF2B5EF4-FFF2-40B4-BE49-F238E27FC236}">
                <a16:creationId xmlns:a16="http://schemas.microsoft.com/office/drawing/2014/main" id="{49A4A353-4469-6440-A285-1D76A6709396}"/>
              </a:ext>
            </a:extLst>
          </p:cNvPr>
          <p:cNvSpPr txBox="1"/>
          <p:nvPr/>
        </p:nvSpPr>
        <p:spPr>
          <a:xfrm>
            <a:off x="935892" y="3188677"/>
            <a:ext cx="10541000" cy="681405"/>
          </a:xfrm>
          <a:prstGeom prst="rect">
            <a:avLst/>
          </a:prstGeom>
          <a:noFill/>
        </p:spPr>
        <p:txBody>
          <a:bodyPr wrap="square" lIns="0" tIns="0" rIns="0" bIns="0" rtlCol="0">
            <a:spAutoFit/>
          </a:bodyPr>
          <a:lstStyle/>
          <a:p>
            <a:pPr marL="0" marR="0" indent="0" algn="l">
              <a:lnSpc>
                <a:spcPct val="80000"/>
              </a:lnSpc>
              <a:spcBef>
                <a:spcPts val="0"/>
              </a:spcBef>
              <a:spcAft>
                <a:spcPts val="0"/>
              </a:spcAft>
              <a:buNone/>
            </a:pPr>
            <a:r>
              <a:rPr lang="en-US" sz="5400" b="1" i="0" u="none" strike="noStrike" noProof="0">
                <a:solidFill>
                  <a:schemeClr val="bg1"/>
                </a:solidFill>
                <a:latin typeface="Calibri"/>
              </a:rPr>
              <a:t>CLICK TO ADD TEXT</a:t>
            </a:r>
          </a:p>
        </p:txBody>
      </p:sp>
      <p:pic>
        <p:nvPicPr>
          <p:cNvPr id="3" name="Picture 2">
            <a:extLst>
              <a:ext uri="{FF2B5EF4-FFF2-40B4-BE49-F238E27FC236}">
                <a16:creationId xmlns:a16="http://schemas.microsoft.com/office/drawing/2014/main" id="{AE29EED1-4651-E246-B978-1420FB3437B6}"/>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990" y="0"/>
            <a:ext cx="12192000" cy="6858000"/>
          </a:xfrm>
          <a:prstGeom prst="rect">
            <a:avLst/>
          </a:prstGeom>
        </p:spPr>
      </p:pic>
      <p:cxnSp>
        <p:nvCxnSpPr>
          <p:cNvPr id="9" name="Straight Connector 8">
            <a:extLst>
              <a:ext uri="{FF2B5EF4-FFF2-40B4-BE49-F238E27FC236}">
                <a16:creationId xmlns:a16="http://schemas.microsoft.com/office/drawing/2014/main" id="{4636116B-46B4-1A4B-A465-2F4A1A7B5060}"/>
              </a:ext>
            </a:extLst>
          </p:cNvPr>
          <p:cNvCxnSpPr>
            <a:cxnSpLocks/>
          </p:cNvCxnSpPr>
          <p:nvPr userDrawn="1"/>
        </p:nvCxnSpPr>
        <p:spPr>
          <a:xfrm>
            <a:off x="736600" y="2421467"/>
            <a:ext cx="11025188" cy="0"/>
          </a:xfrm>
          <a:prstGeom prst="line">
            <a:avLst/>
          </a:prstGeom>
          <a:ln w="38100">
            <a:solidFill>
              <a:schemeClr val="bg1"/>
            </a:solidFill>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6995A727-F239-1A46-9306-69A72E4184F7}"/>
              </a:ext>
            </a:extLst>
          </p:cNvPr>
          <p:cNvCxnSpPr>
            <a:cxnSpLocks/>
          </p:cNvCxnSpPr>
          <p:nvPr userDrawn="1"/>
        </p:nvCxnSpPr>
        <p:spPr>
          <a:xfrm>
            <a:off x="736600" y="4699001"/>
            <a:ext cx="11025188" cy="0"/>
          </a:xfrm>
          <a:prstGeom prst="line">
            <a:avLst/>
          </a:prstGeom>
          <a:ln w="38100">
            <a:solidFill>
              <a:schemeClr val="bg1"/>
            </a:solidFill>
          </a:ln>
        </p:spPr>
        <p:style>
          <a:lnRef idx="1">
            <a:schemeClr val="dk1"/>
          </a:lnRef>
          <a:fillRef idx="0">
            <a:schemeClr val="dk1"/>
          </a:fillRef>
          <a:effectRef idx="0">
            <a:schemeClr val="dk1"/>
          </a:effectRef>
          <a:fontRef idx="minor">
            <a:schemeClr val="tx1"/>
          </a:fontRef>
        </p:style>
      </p:cxnSp>
      <p:sp>
        <p:nvSpPr>
          <p:cNvPr id="8" name="Text Placeholder 3">
            <a:extLst>
              <a:ext uri="{FF2B5EF4-FFF2-40B4-BE49-F238E27FC236}">
                <a16:creationId xmlns:a16="http://schemas.microsoft.com/office/drawing/2014/main" id="{2DCE0FEA-2388-8B4D-BF9E-3996F1158E6B}"/>
              </a:ext>
            </a:extLst>
          </p:cNvPr>
          <p:cNvSpPr>
            <a:spLocks noGrp="1"/>
          </p:cNvSpPr>
          <p:nvPr>
            <p:ph type="body" sz="quarter" idx="10" hasCustomPrompt="1"/>
          </p:nvPr>
        </p:nvSpPr>
        <p:spPr>
          <a:xfrm>
            <a:off x="914400" y="2997200"/>
            <a:ext cx="10331450" cy="795338"/>
          </a:xfrm>
          <a:prstGeom prst="rect">
            <a:avLst/>
          </a:prstGeom>
        </p:spPr>
        <p:txBody>
          <a:bodyPr/>
          <a:lstStyle>
            <a:lvl1pPr marL="0" indent="0">
              <a:buNone/>
              <a:defRPr sz="5400" b="1" i="0">
                <a:solidFill>
                  <a:schemeClr val="bg1"/>
                </a:solidFill>
                <a:latin typeface="Calibri" panose="020F0502020204030204" pitchFamily="34" charset="0"/>
                <a:cs typeface="Calibri" panose="020F0502020204030204" pitchFamily="34" charset="0"/>
              </a:defRPr>
            </a:lvl1pPr>
          </a:lstStyle>
          <a:p>
            <a:pPr lvl="0"/>
            <a:r>
              <a:rPr lang="en-US"/>
              <a:t>TEXT GOES HERE</a:t>
            </a:r>
          </a:p>
        </p:txBody>
      </p:sp>
      <p:pic>
        <p:nvPicPr>
          <p:cNvPr id="2" name="Graphic 1">
            <a:extLst>
              <a:ext uri="{FF2B5EF4-FFF2-40B4-BE49-F238E27FC236}">
                <a16:creationId xmlns:a16="http://schemas.microsoft.com/office/drawing/2014/main" id="{E47DF514-881B-F695-7ED3-37DDEC9B76BA}"/>
              </a:ext>
            </a:extLst>
          </p:cNvPr>
          <p:cNvPicPr>
            <a:picLocks noChangeAspect="1"/>
          </p:cNvPicPr>
          <p:nvPr userDrawn="1"/>
        </p:nvPicPr>
        <p:blipFill>
          <a:blip r:embed="rId3">
            <a:alphaModFix amt="30000"/>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954027" y="2584741"/>
            <a:ext cx="5092927" cy="5092927"/>
          </a:xfrm>
          <a:prstGeom prst="rect">
            <a:avLst/>
          </a:prstGeom>
        </p:spPr>
      </p:pic>
    </p:spTree>
    <p:extLst>
      <p:ext uri="{BB962C8B-B14F-4D97-AF65-F5344CB8AC3E}">
        <p14:creationId xmlns:p14="http://schemas.microsoft.com/office/powerpoint/2010/main" val="1715757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6_Transition Slide/Title Pag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4250C1C-4E22-6557-E82C-59CAD7ED940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55660"/>
          <a:stretch/>
        </p:blipFill>
        <p:spPr>
          <a:xfrm>
            <a:off x="10371793" y="6070070"/>
            <a:ext cx="1236007" cy="337513"/>
          </a:xfrm>
          <a:prstGeom prst="rect">
            <a:avLst/>
          </a:prstGeom>
        </p:spPr>
      </p:pic>
      <p:pic>
        <p:nvPicPr>
          <p:cNvPr id="3" name="Graphic 2">
            <a:extLst>
              <a:ext uri="{FF2B5EF4-FFF2-40B4-BE49-F238E27FC236}">
                <a16:creationId xmlns:a16="http://schemas.microsoft.com/office/drawing/2014/main" id="{FAA5F014-A4D0-6DDB-13D7-1007BAE7D47E}"/>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84200" y="6070071"/>
            <a:ext cx="1504975" cy="337513"/>
          </a:xfrm>
          <a:prstGeom prst="rect">
            <a:avLst/>
          </a:prstGeom>
        </p:spPr>
      </p:pic>
      <p:cxnSp>
        <p:nvCxnSpPr>
          <p:cNvPr id="8" name="Straight Arrow Connector 7">
            <a:extLst>
              <a:ext uri="{FF2B5EF4-FFF2-40B4-BE49-F238E27FC236}">
                <a16:creationId xmlns:a16="http://schemas.microsoft.com/office/drawing/2014/main" id="{980AD77C-2C65-2C85-8924-6D71221BEC3C}"/>
              </a:ext>
            </a:extLst>
          </p:cNvPr>
          <p:cNvCxnSpPr>
            <a:cxnSpLocks/>
          </p:cNvCxnSpPr>
          <p:nvPr userDrawn="1"/>
        </p:nvCxnSpPr>
        <p:spPr>
          <a:xfrm>
            <a:off x="533400" y="860126"/>
            <a:ext cx="11125200" cy="0"/>
          </a:xfrm>
          <a:prstGeom prst="straightConnector1">
            <a:avLst/>
          </a:prstGeom>
          <a:ln w="9525">
            <a:solidFill>
              <a:srgbClr val="1D4F9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27775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7_Transition Slide/Title Pag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6D619D-99CF-304E-BFEB-5BD65C28D9C5}"/>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7950" y="-2094"/>
            <a:ext cx="12192000" cy="6858000"/>
          </a:xfrm>
          <a:prstGeom prst="rect">
            <a:avLst/>
          </a:prstGeom>
        </p:spPr>
      </p:pic>
      <p:cxnSp>
        <p:nvCxnSpPr>
          <p:cNvPr id="6" name="Straight Connector 5">
            <a:extLst>
              <a:ext uri="{FF2B5EF4-FFF2-40B4-BE49-F238E27FC236}">
                <a16:creationId xmlns:a16="http://schemas.microsoft.com/office/drawing/2014/main" id="{75EBA48E-ED0A-CA45-9EB5-F9E4966CEA81}"/>
              </a:ext>
            </a:extLst>
          </p:cNvPr>
          <p:cNvCxnSpPr>
            <a:cxnSpLocks/>
          </p:cNvCxnSpPr>
          <p:nvPr/>
        </p:nvCxnSpPr>
        <p:spPr>
          <a:xfrm>
            <a:off x="584200" y="2269067"/>
            <a:ext cx="11025188" cy="0"/>
          </a:xfrm>
          <a:prstGeom prst="line">
            <a:avLst/>
          </a:prstGeom>
          <a:ln w="38100">
            <a:solidFill>
              <a:schemeClr val="bg1"/>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7C8FC204-D710-3641-9AA7-60FACB4CA69D}"/>
              </a:ext>
            </a:extLst>
          </p:cNvPr>
          <p:cNvCxnSpPr>
            <a:cxnSpLocks/>
          </p:cNvCxnSpPr>
          <p:nvPr/>
        </p:nvCxnSpPr>
        <p:spPr>
          <a:xfrm>
            <a:off x="584200" y="4546601"/>
            <a:ext cx="11025188" cy="0"/>
          </a:xfrm>
          <a:prstGeom prst="line">
            <a:avLst/>
          </a:prstGeom>
          <a:ln w="38100">
            <a:solidFill>
              <a:schemeClr val="bg1"/>
            </a:solidFill>
          </a:ln>
        </p:spPr>
        <p:style>
          <a:lnRef idx="1">
            <a:schemeClr val="dk1"/>
          </a:lnRef>
          <a:fillRef idx="0">
            <a:schemeClr val="dk1"/>
          </a:fillRef>
          <a:effectRef idx="0">
            <a:schemeClr val="dk1"/>
          </a:effectRef>
          <a:fontRef idx="minor">
            <a:schemeClr val="tx1"/>
          </a:fontRef>
        </p:style>
      </p:cxnSp>
      <p:sp>
        <p:nvSpPr>
          <p:cNvPr id="3" name="Text Placeholder 3">
            <a:extLst>
              <a:ext uri="{FF2B5EF4-FFF2-40B4-BE49-F238E27FC236}">
                <a16:creationId xmlns:a16="http://schemas.microsoft.com/office/drawing/2014/main" id="{6FE7202D-A469-2AD8-EA79-27003D649AF8}"/>
              </a:ext>
            </a:extLst>
          </p:cNvPr>
          <p:cNvSpPr>
            <a:spLocks noGrp="1"/>
          </p:cNvSpPr>
          <p:nvPr>
            <p:ph type="body" sz="quarter" idx="10" hasCustomPrompt="1"/>
          </p:nvPr>
        </p:nvSpPr>
        <p:spPr>
          <a:xfrm>
            <a:off x="930275" y="3029237"/>
            <a:ext cx="10331450" cy="795338"/>
          </a:xfrm>
          <a:prstGeom prst="rect">
            <a:avLst/>
          </a:prstGeom>
        </p:spPr>
        <p:txBody>
          <a:bodyPr/>
          <a:lstStyle>
            <a:lvl1pPr marL="0" indent="0">
              <a:buNone/>
              <a:defRPr sz="5400" b="1" i="0">
                <a:solidFill>
                  <a:schemeClr val="bg1"/>
                </a:solidFill>
                <a:latin typeface="Calibri" panose="020F0502020204030204" pitchFamily="34" charset="0"/>
                <a:cs typeface="Calibri" panose="020F0502020204030204" pitchFamily="34" charset="0"/>
              </a:defRPr>
            </a:lvl1pPr>
          </a:lstStyle>
          <a:p>
            <a:pPr lvl="0"/>
            <a:r>
              <a:rPr lang="en-US"/>
              <a:t>TEXT GOES HERE</a:t>
            </a:r>
          </a:p>
        </p:txBody>
      </p:sp>
      <p:pic>
        <p:nvPicPr>
          <p:cNvPr id="4" name="Graphic 3">
            <a:extLst>
              <a:ext uri="{FF2B5EF4-FFF2-40B4-BE49-F238E27FC236}">
                <a16:creationId xmlns:a16="http://schemas.microsoft.com/office/drawing/2014/main" id="{373A29A5-F587-B3A9-2326-52823D2DD319}"/>
              </a:ext>
            </a:extLst>
          </p:cNvPr>
          <p:cNvPicPr>
            <a:picLocks noChangeAspect="1"/>
          </p:cNvPicPr>
          <p:nvPr userDrawn="1"/>
        </p:nvPicPr>
        <p:blipFill>
          <a:blip r:embed="rId3">
            <a:alphaModFix amt="66000"/>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954027" y="2584741"/>
            <a:ext cx="5092927" cy="5092927"/>
          </a:xfrm>
          <a:prstGeom prst="rect">
            <a:avLst/>
          </a:prstGeom>
        </p:spPr>
      </p:pic>
    </p:spTree>
    <p:extLst>
      <p:ext uri="{BB962C8B-B14F-4D97-AF65-F5344CB8AC3E}">
        <p14:creationId xmlns:p14="http://schemas.microsoft.com/office/powerpoint/2010/main" val="28110247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8_Transition Slide/Title Pag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B13A846-4BFD-F343-9542-2B3CBCA6DF19}"/>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cxnSp>
        <p:nvCxnSpPr>
          <p:cNvPr id="6" name="Straight Connector 5">
            <a:extLst>
              <a:ext uri="{FF2B5EF4-FFF2-40B4-BE49-F238E27FC236}">
                <a16:creationId xmlns:a16="http://schemas.microsoft.com/office/drawing/2014/main" id="{75EBA48E-ED0A-CA45-9EB5-F9E4966CEA81}"/>
              </a:ext>
            </a:extLst>
          </p:cNvPr>
          <p:cNvCxnSpPr>
            <a:cxnSpLocks/>
          </p:cNvCxnSpPr>
          <p:nvPr/>
        </p:nvCxnSpPr>
        <p:spPr>
          <a:xfrm>
            <a:off x="584200" y="2269067"/>
            <a:ext cx="11025188" cy="0"/>
          </a:xfrm>
          <a:prstGeom prst="line">
            <a:avLst/>
          </a:prstGeom>
          <a:ln w="38100">
            <a:solidFill>
              <a:schemeClr val="bg1"/>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7C8FC204-D710-3641-9AA7-60FACB4CA69D}"/>
              </a:ext>
            </a:extLst>
          </p:cNvPr>
          <p:cNvCxnSpPr>
            <a:cxnSpLocks/>
          </p:cNvCxnSpPr>
          <p:nvPr/>
        </p:nvCxnSpPr>
        <p:spPr>
          <a:xfrm>
            <a:off x="584200" y="4546601"/>
            <a:ext cx="11025188" cy="0"/>
          </a:xfrm>
          <a:prstGeom prst="line">
            <a:avLst/>
          </a:prstGeom>
          <a:ln w="38100">
            <a:solidFill>
              <a:schemeClr val="bg1"/>
            </a:solidFill>
          </a:ln>
        </p:spPr>
        <p:style>
          <a:lnRef idx="1">
            <a:schemeClr val="dk1"/>
          </a:lnRef>
          <a:fillRef idx="0">
            <a:schemeClr val="dk1"/>
          </a:fillRef>
          <a:effectRef idx="0">
            <a:schemeClr val="dk1"/>
          </a:effectRef>
          <a:fontRef idx="minor">
            <a:schemeClr val="tx1"/>
          </a:fontRef>
        </p:style>
      </p:cxnSp>
      <p:sp>
        <p:nvSpPr>
          <p:cNvPr id="5" name="Text Placeholder 3">
            <a:extLst>
              <a:ext uri="{FF2B5EF4-FFF2-40B4-BE49-F238E27FC236}">
                <a16:creationId xmlns:a16="http://schemas.microsoft.com/office/drawing/2014/main" id="{04DCF899-41DA-694E-9F41-2DB924958F0F}"/>
              </a:ext>
            </a:extLst>
          </p:cNvPr>
          <p:cNvSpPr>
            <a:spLocks noGrp="1"/>
          </p:cNvSpPr>
          <p:nvPr>
            <p:ph type="body" sz="quarter" idx="10" hasCustomPrompt="1"/>
          </p:nvPr>
        </p:nvSpPr>
        <p:spPr>
          <a:xfrm>
            <a:off x="914400" y="2997200"/>
            <a:ext cx="10331450" cy="795338"/>
          </a:xfrm>
          <a:prstGeom prst="rect">
            <a:avLst/>
          </a:prstGeom>
        </p:spPr>
        <p:txBody>
          <a:bodyPr/>
          <a:lstStyle>
            <a:lvl1pPr marL="0" indent="0">
              <a:buNone/>
              <a:defRPr sz="5400" b="1" i="0">
                <a:solidFill>
                  <a:schemeClr val="bg1"/>
                </a:solidFill>
                <a:latin typeface="Calibri" panose="020F0502020204030204" pitchFamily="34" charset="0"/>
                <a:cs typeface="Calibri" panose="020F0502020204030204" pitchFamily="34" charset="0"/>
              </a:defRPr>
            </a:lvl1pPr>
          </a:lstStyle>
          <a:p>
            <a:pPr lvl="0"/>
            <a:r>
              <a:rPr lang="en-US"/>
              <a:t>TEXT GOES HERE</a:t>
            </a:r>
          </a:p>
        </p:txBody>
      </p:sp>
      <p:pic>
        <p:nvPicPr>
          <p:cNvPr id="2" name="Graphic 1">
            <a:extLst>
              <a:ext uri="{FF2B5EF4-FFF2-40B4-BE49-F238E27FC236}">
                <a16:creationId xmlns:a16="http://schemas.microsoft.com/office/drawing/2014/main" id="{1D5B510F-52B5-0A88-542A-5AEBE3B96872}"/>
              </a:ext>
            </a:extLst>
          </p:cNvPr>
          <p:cNvPicPr>
            <a:picLocks noChangeAspect="1"/>
          </p:cNvPicPr>
          <p:nvPr userDrawn="1"/>
        </p:nvPicPr>
        <p:blipFill>
          <a:blip r:embed="rId3">
            <a:alphaModFix amt="30000"/>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954027" y="2584741"/>
            <a:ext cx="5092927" cy="5092927"/>
          </a:xfrm>
          <a:prstGeom prst="rect">
            <a:avLst/>
          </a:prstGeom>
        </p:spPr>
      </p:pic>
    </p:spTree>
    <p:extLst>
      <p:ext uri="{BB962C8B-B14F-4D97-AF65-F5344CB8AC3E}">
        <p14:creationId xmlns:p14="http://schemas.microsoft.com/office/powerpoint/2010/main" val="4264722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9_Transition Slide/Title Pag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9024DDA-B83B-F64F-B7D7-00CAD253D1BF}"/>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cxnSp>
        <p:nvCxnSpPr>
          <p:cNvPr id="6" name="Straight Connector 5">
            <a:extLst>
              <a:ext uri="{FF2B5EF4-FFF2-40B4-BE49-F238E27FC236}">
                <a16:creationId xmlns:a16="http://schemas.microsoft.com/office/drawing/2014/main" id="{75EBA48E-ED0A-CA45-9EB5-F9E4966CEA81}"/>
              </a:ext>
            </a:extLst>
          </p:cNvPr>
          <p:cNvCxnSpPr>
            <a:cxnSpLocks/>
          </p:cNvCxnSpPr>
          <p:nvPr/>
        </p:nvCxnSpPr>
        <p:spPr>
          <a:xfrm>
            <a:off x="584200" y="2269067"/>
            <a:ext cx="11025188" cy="0"/>
          </a:xfrm>
          <a:prstGeom prst="line">
            <a:avLst/>
          </a:prstGeom>
          <a:ln w="38100">
            <a:solidFill>
              <a:schemeClr val="bg1"/>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7C8FC204-D710-3641-9AA7-60FACB4CA69D}"/>
              </a:ext>
            </a:extLst>
          </p:cNvPr>
          <p:cNvCxnSpPr>
            <a:cxnSpLocks/>
          </p:cNvCxnSpPr>
          <p:nvPr/>
        </p:nvCxnSpPr>
        <p:spPr>
          <a:xfrm>
            <a:off x="584200" y="4546601"/>
            <a:ext cx="11025188" cy="0"/>
          </a:xfrm>
          <a:prstGeom prst="line">
            <a:avLst/>
          </a:prstGeom>
          <a:ln w="38100">
            <a:solidFill>
              <a:schemeClr val="bg1"/>
            </a:solidFill>
          </a:ln>
        </p:spPr>
        <p:style>
          <a:lnRef idx="1">
            <a:schemeClr val="dk1"/>
          </a:lnRef>
          <a:fillRef idx="0">
            <a:schemeClr val="dk1"/>
          </a:fillRef>
          <a:effectRef idx="0">
            <a:schemeClr val="dk1"/>
          </a:effectRef>
          <a:fontRef idx="minor">
            <a:schemeClr val="tx1"/>
          </a:fontRef>
        </p:style>
      </p:cxnSp>
      <p:sp>
        <p:nvSpPr>
          <p:cNvPr id="4" name="Text Placeholder 3">
            <a:extLst>
              <a:ext uri="{FF2B5EF4-FFF2-40B4-BE49-F238E27FC236}">
                <a16:creationId xmlns:a16="http://schemas.microsoft.com/office/drawing/2014/main" id="{DF5872D1-01E9-E54C-806A-8754C25FF70C}"/>
              </a:ext>
            </a:extLst>
          </p:cNvPr>
          <p:cNvSpPr>
            <a:spLocks noGrp="1"/>
          </p:cNvSpPr>
          <p:nvPr>
            <p:ph type="body" sz="quarter" idx="10" hasCustomPrompt="1"/>
          </p:nvPr>
        </p:nvSpPr>
        <p:spPr>
          <a:xfrm>
            <a:off x="914400" y="2997200"/>
            <a:ext cx="10331450" cy="795338"/>
          </a:xfrm>
          <a:prstGeom prst="rect">
            <a:avLst/>
          </a:prstGeom>
        </p:spPr>
        <p:txBody>
          <a:bodyPr/>
          <a:lstStyle>
            <a:lvl1pPr marL="0" indent="0">
              <a:buNone/>
              <a:defRPr sz="5400" b="1" i="0">
                <a:solidFill>
                  <a:schemeClr val="bg1"/>
                </a:solidFill>
                <a:latin typeface="Calibri" panose="020F0502020204030204" pitchFamily="34" charset="0"/>
                <a:cs typeface="Calibri" panose="020F0502020204030204" pitchFamily="34" charset="0"/>
              </a:defRPr>
            </a:lvl1pPr>
          </a:lstStyle>
          <a:p>
            <a:pPr lvl="0"/>
            <a:r>
              <a:rPr lang="en-US"/>
              <a:t>TEXT GOES HERE</a:t>
            </a:r>
          </a:p>
        </p:txBody>
      </p:sp>
      <p:pic>
        <p:nvPicPr>
          <p:cNvPr id="5" name="Graphic 4">
            <a:extLst>
              <a:ext uri="{FF2B5EF4-FFF2-40B4-BE49-F238E27FC236}">
                <a16:creationId xmlns:a16="http://schemas.microsoft.com/office/drawing/2014/main" id="{F460BCA6-93BA-52C8-EF25-DE337E61C0C1}"/>
              </a:ext>
            </a:extLst>
          </p:cNvPr>
          <p:cNvPicPr>
            <a:picLocks noChangeAspect="1"/>
          </p:cNvPicPr>
          <p:nvPr userDrawn="1"/>
        </p:nvPicPr>
        <p:blipFill>
          <a:blip r:embed="rId3">
            <a:alphaModFix amt="30000"/>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954027" y="2584741"/>
            <a:ext cx="5092927" cy="5092927"/>
          </a:xfrm>
          <a:prstGeom prst="rect">
            <a:avLst/>
          </a:prstGeom>
        </p:spPr>
      </p:pic>
    </p:spTree>
    <p:extLst>
      <p:ext uri="{BB962C8B-B14F-4D97-AF65-F5344CB8AC3E}">
        <p14:creationId xmlns:p14="http://schemas.microsoft.com/office/powerpoint/2010/main" val="105155838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image" Target="../media/image1.wmf"/><Relationship Id="rId5" Type="http://schemas.openxmlformats.org/officeDocument/2006/relationships/theme" Target="../theme/theme2.xml"/><Relationship Id="rId4"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3.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1"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1980116697"/>
      </p:ext>
    </p:extLst>
  </p:cSld>
  <p:clrMap bg1="lt1" tx1="dk1" bg2="lt2" tx2="dk2" accent1="accent1" accent2="accent2" accent3="accent3" accent4="accent4" accent5="accent5" accent6="accent6" hlink="hlink" folHlink="folHlink"/>
  <p:sldLayoutIdLst>
    <p:sldLayoutId id="2147483692" r:id="rId1"/>
    <p:sldLayoutId id="2147483694" r:id="rId2"/>
    <p:sldLayoutId id="2147483695" r:id="rId3"/>
    <p:sldLayoutId id="2147483715" r:id="rId4"/>
    <p:sldLayoutId id="2147483716" r:id="rId5"/>
    <p:sldLayoutId id="2147483696" r:id="rId6"/>
  </p:sldLayoutIdLst>
  <p:txStyles>
    <p:titleStyle>
      <a:lvl1pPr algn="l" defTabSz="932563" rtl="0" eaLnBrk="1" latinLnBrk="0" hangingPunct="1">
        <a:lnSpc>
          <a:spcPct val="100000"/>
        </a:lnSpc>
        <a:spcBef>
          <a:spcPct val="0"/>
        </a:spcBef>
        <a:buNone/>
        <a:defRPr lang="en-US" sz="3600" b="1"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556" marR="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228556" marR="0" indent="0" algn="l" defTabSz="932563"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gradFill>
            <a:gsLst>
              <a:gs pos="1250">
                <a:schemeClr val="tx1"/>
              </a:gs>
              <a:gs pos="100000">
                <a:schemeClr val="tx1"/>
              </a:gs>
            </a:gsLst>
            <a:lin ang="5400000" scaled="0"/>
          </a:gradFill>
          <a:latin typeface="+mn-lt"/>
          <a:ea typeface="+mn-ea"/>
          <a:cs typeface="+mn-cs"/>
        </a:defRPr>
      </a:lvl2pPr>
      <a:lvl3pPr marL="657099" marR="0" indent="-19998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801" marR="0" indent="-180940"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741" marR="0" indent="-168243"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4547"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30"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111"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94"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563" rtl="0" eaLnBrk="1" latinLnBrk="0" hangingPunct="1">
        <a:defRPr sz="1800" kern="1200">
          <a:solidFill>
            <a:schemeClr val="tx1"/>
          </a:solidFill>
          <a:latin typeface="+mn-lt"/>
          <a:ea typeface="+mn-ea"/>
          <a:cs typeface="+mn-cs"/>
        </a:defRPr>
      </a:lvl1pPr>
      <a:lvl2pPr marL="466282" algn="l" defTabSz="932563" rtl="0" eaLnBrk="1" latinLnBrk="0" hangingPunct="1">
        <a:defRPr sz="1800" kern="1200">
          <a:solidFill>
            <a:schemeClr val="tx1"/>
          </a:solidFill>
          <a:latin typeface="+mn-lt"/>
          <a:ea typeface="+mn-ea"/>
          <a:cs typeface="+mn-cs"/>
        </a:defRPr>
      </a:lvl2pPr>
      <a:lvl3pPr marL="932563" algn="l" defTabSz="932563" rtl="0" eaLnBrk="1" latinLnBrk="0" hangingPunct="1">
        <a:defRPr sz="1800" kern="1200">
          <a:solidFill>
            <a:schemeClr val="tx1"/>
          </a:solidFill>
          <a:latin typeface="+mn-lt"/>
          <a:ea typeface="+mn-ea"/>
          <a:cs typeface="+mn-cs"/>
        </a:defRPr>
      </a:lvl3pPr>
      <a:lvl4pPr marL="1398844" algn="l" defTabSz="932563" rtl="0" eaLnBrk="1" latinLnBrk="0" hangingPunct="1">
        <a:defRPr sz="1800" kern="1200">
          <a:solidFill>
            <a:schemeClr val="tx1"/>
          </a:solidFill>
          <a:latin typeface="+mn-lt"/>
          <a:ea typeface="+mn-ea"/>
          <a:cs typeface="+mn-cs"/>
        </a:defRPr>
      </a:lvl4pPr>
      <a:lvl5pPr marL="1865126" algn="l" defTabSz="932563" rtl="0" eaLnBrk="1" latinLnBrk="0" hangingPunct="1">
        <a:defRPr sz="1800" kern="1200">
          <a:solidFill>
            <a:schemeClr val="tx1"/>
          </a:solidFill>
          <a:latin typeface="+mn-lt"/>
          <a:ea typeface="+mn-ea"/>
          <a:cs typeface="+mn-cs"/>
        </a:defRPr>
      </a:lvl5pPr>
      <a:lvl6pPr marL="2331408" algn="l" defTabSz="932563" rtl="0" eaLnBrk="1" latinLnBrk="0" hangingPunct="1">
        <a:defRPr sz="1800" kern="1200">
          <a:solidFill>
            <a:schemeClr val="tx1"/>
          </a:solidFill>
          <a:latin typeface="+mn-lt"/>
          <a:ea typeface="+mn-ea"/>
          <a:cs typeface="+mn-cs"/>
        </a:defRPr>
      </a:lvl6pPr>
      <a:lvl7pPr marL="2797689" algn="l" defTabSz="932563" rtl="0" eaLnBrk="1" latinLnBrk="0" hangingPunct="1">
        <a:defRPr sz="1800" kern="1200">
          <a:solidFill>
            <a:schemeClr val="tx1"/>
          </a:solidFill>
          <a:latin typeface="+mn-lt"/>
          <a:ea typeface="+mn-ea"/>
          <a:cs typeface="+mn-cs"/>
        </a:defRPr>
      </a:lvl7pPr>
      <a:lvl8pPr marL="3263970" algn="l" defTabSz="932563" rtl="0" eaLnBrk="1" latinLnBrk="0" hangingPunct="1">
        <a:defRPr sz="1800" kern="1200">
          <a:solidFill>
            <a:schemeClr val="tx1"/>
          </a:solidFill>
          <a:latin typeface="+mn-lt"/>
          <a:ea typeface="+mn-ea"/>
          <a:cs typeface="+mn-cs"/>
        </a:defRPr>
      </a:lvl8pPr>
      <a:lvl9pPr marL="3730252" algn="l" defTabSz="932563"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9" orient="horz" pos="4135">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8" name="Straight Arrow Connector 7">
            <a:extLst>
              <a:ext uri="{FF2B5EF4-FFF2-40B4-BE49-F238E27FC236}">
                <a16:creationId xmlns:a16="http://schemas.microsoft.com/office/drawing/2014/main" id="{A386DE40-5B25-6042-AB1B-6E85F1CC1121}"/>
              </a:ext>
            </a:extLst>
          </p:cNvPr>
          <p:cNvCxnSpPr>
            <a:cxnSpLocks/>
          </p:cNvCxnSpPr>
          <p:nvPr userDrawn="1"/>
        </p:nvCxnSpPr>
        <p:spPr>
          <a:xfrm>
            <a:off x="533400" y="860126"/>
            <a:ext cx="11125200" cy="0"/>
          </a:xfrm>
          <a:prstGeom prst="straightConnector1">
            <a:avLst/>
          </a:prstGeom>
          <a:ln w="9525">
            <a:solidFill>
              <a:srgbClr val="1D4F91"/>
            </a:solidFill>
          </a:ln>
        </p:spPr>
        <p:style>
          <a:lnRef idx="1">
            <a:schemeClr val="accent1"/>
          </a:lnRef>
          <a:fillRef idx="0">
            <a:schemeClr val="accent1"/>
          </a:fillRef>
          <a:effectRef idx="0">
            <a:schemeClr val="accent1"/>
          </a:effectRef>
          <a:fontRef idx="minor">
            <a:schemeClr val="tx1"/>
          </a:fontRef>
        </p:style>
      </p:cxnSp>
      <p:sp>
        <p:nvSpPr>
          <p:cNvPr id="33" name="Footer Placeholder 2">
            <a:extLst>
              <a:ext uri="{FF2B5EF4-FFF2-40B4-BE49-F238E27FC236}">
                <a16:creationId xmlns:a16="http://schemas.microsoft.com/office/drawing/2014/main" id="{591CB7C1-FCF8-2B41-91C4-73ED6638E68A}"/>
              </a:ext>
            </a:extLst>
          </p:cNvPr>
          <p:cNvSpPr txBox="1">
            <a:spLocks/>
          </p:cNvSpPr>
          <p:nvPr userDrawn="1"/>
        </p:nvSpPr>
        <p:spPr>
          <a:xfrm>
            <a:off x="9032267" y="6419457"/>
            <a:ext cx="2626333" cy="280807"/>
          </a:xfrm>
          <a:prstGeom prst="rect">
            <a:avLst/>
          </a:prstGeom>
        </p:spPr>
        <p:txBody>
          <a:bodyPr vert="horz" lIns="0" tIns="0" rIns="0" bIns="0" rtlCol="0" anchor="ctr"/>
          <a:lstStyle>
            <a:defPPr>
              <a:defRPr lang="en-US"/>
            </a:defPPr>
            <a:lvl1pPr marL="0" algn="ctr" defTabSz="914400" rtl="0" eaLnBrk="1" latinLnBrk="0" hangingPunct="1">
              <a:defRPr sz="1000" b="1" kern="1200" cap="all" spc="10" normalizeH="0" baseline="0">
                <a:solidFill>
                  <a:srgbClr val="718899"/>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200" b="0">
                <a:solidFill>
                  <a:srgbClr val="1D4F91"/>
                </a:solidFill>
                <a:latin typeface="+mj-lt"/>
              </a:rPr>
              <a:t>CONFIDENTIAL</a:t>
            </a:r>
            <a:r>
              <a:rPr lang="en-US" sz="1200" b="0">
                <a:solidFill>
                  <a:srgbClr val="24346D"/>
                </a:solidFill>
                <a:latin typeface="+mj-lt"/>
              </a:rPr>
              <a:t> </a:t>
            </a:r>
            <a:r>
              <a:rPr lang="en-US" sz="1200" b="0">
                <a:solidFill>
                  <a:srgbClr val="1C9BD6"/>
                </a:solidFill>
                <a:latin typeface="+mj-lt"/>
              </a:rPr>
              <a:t>| </a:t>
            </a:r>
            <a:fld id="{B7743EAC-ADCF-4CA5-9368-D1ED32F96EB3}" type="slidenum">
              <a:rPr lang="en-US" sz="1200" b="0" smtClean="0">
                <a:solidFill>
                  <a:srgbClr val="1D4F91"/>
                </a:solidFill>
                <a:latin typeface="+mj-lt"/>
              </a:rPr>
              <a:pPr algn="r"/>
              <a:t>‹#›</a:t>
            </a:fld>
            <a:endParaRPr lang="en-US" sz="1200" b="0">
              <a:solidFill>
                <a:srgbClr val="1D4F91"/>
              </a:solidFill>
              <a:latin typeface="+mj-lt"/>
            </a:endParaRPr>
          </a:p>
        </p:txBody>
      </p:sp>
      <p:cxnSp>
        <p:nvCxnSpPr>
          <p:cNvPr id="11" name="Straight Arrow Connector 10">
            <a:extLst>
              <a:ext uri="{FF2B5EF4-FFF2-40B4-BE49-F238E27FC236}">
                <a16:creationId xmlns:a16="http://schemas.microsoft.com/office/drawing/2014/main" id="{D37A1D5E-F2FA-6641-9E1C-234C9E81A54C}"/>
              </a:ext>
            </a:extLst>
          </p:cNvPr>
          <p:cNvCxnSpPr>
            <a:cxnSpLocks/>
          </p:cNvCxnSpPr>
          <p:nvPr userDrawn="1"/>
        </p:nvCxnSpPr>
        <p:spPr>
          <a:xfrm>
            <a:off x="533400" y="6317771"/>
            <a:ext cx="11125200" cy="0"/>
          </a:xfrm>
          <a:prstGeom prst="straightConnector1">
            <a:avLst/>
          </a:prstGeom>
          <a:ln w="9525">
            <a:solidFill>
              <a:srgbClr val="1D4F91"/>
            </a:solidFill>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F898ADC6-FFBD-3441-9957-E7C2BA342BF0}"/>
              </a:ext>
            </a:extLst>
          </p:cNvPr>
          <p:cNvPicPr>
            <a:picLocks noChangeAspect="1"/>
          </p:cNvPicPr>
          <p:nvPr userDrawn="1"/>
        </p:nvPicPr>
        <p:blipFill rotWithShape="1">
          <a:blip r:embed="rId6" cstate="email">
            <a:extLst>
              <a:ext uri="{28A0092B-C50C-407E-A947-70E740481C1C}">
                <a14:useLocalDpi xmlns:a14="http://schemas.microsoft.com/office/drawing/2010/main"/>
              </a:ext>
            </a:extLst>
          </a:blip>
          <a:srcRect l="1" t="2958" r="2055"/>
          <a:stretch/>
        </p:blipFill>
        <p:spPr>
          <a:xfrm>
            <a:off x="10353192" y="457200"/>
            <a:ext cx="1295469" cy="282928"/>
          </a:xfrm>
          <a:prstGeom prst="rect">
            <a:avLst/>
          </a:prstGeom>
        </p:spPr>
      </p:pic>
    </p:spTree>
    <p:extLst>
      <p:ext uri="{BB962C8B-B14F-4D97-AF65-F5344CB8AC3E}">
        <p14:creationId xmlns:p14="http://schemas.microsoft.com/office/powerpoint/2010/main" val="4149073449"/>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24" r:id="rId4"/>
  </p:sldLayoutIdLst>
  <p:hf hdr="0"/>
  <p:txStyles>
    <p:titleStyle>
      <a:lvl1pPr algn="l" defTabSz="914400" rtl="0" eaLnBrk="1" latinLnBrk="0" hangingPunct="1">
        <a:lnSpc>
          <a:spcPct val="90000"/>
        </a:lnSpc>
        <a:spcBef>
          <a:spcPct val="0"/>
        </a:spcBef>
        <a:buNone/>
        <a:defRPr sz="3600"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36">
          <p15:clr>
            <a:srgbClr val="F26B43"/>
          </p15:clr>
        </p15:guide>
        <p15:guide id="2" orient="horz" pos="696">
          <p15:clr>
            <a:srgbClr val="F26B43"/>
          </p15:clr>
        </p15:guide>
        <p15:guide id="3" pos="734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1"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1946940813"/>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Lst>
  <p:txStyles>
    <p:titleStyle>
      <a:lvl1pPr algn="l" defTabSz="932563" rtl="0" eaLnBrk="1" latinLnBrk="0" hangingPunct="1">
        <a:lnSpc>
          <a:spcPct val="100000"/>
        </a:lnSpc>
        <a:spcBef>
          <a:spcPct val="0"/>
        </a:spcBef>
        <a:buNone/>
        <a:defRPr lang="en-US" sz="3600" b="1"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556" marR="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228556" marR="0" indent="0" algn="l" defTabSz="932563"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gradFill>
            <a:gsLst>
              <a:gs pos="1250">
                <a:schemeClr val="tx1"/>
              </a:gs>
              <a:gs pos="100000">
                <a:schemeClr val="tx1"/>
              </a:gs>
            </a:gsLst>
            <a:lin ang="5400000" scaled="0"/>
          </a:gradFill>
          <a:latin typeface="+mn-lt"/>
          <a:ea typeface="+mn-ea"/>
          <a:cs typeface="+mn-cs"/>
        </a:defRPr>
      </a:lvl2pPr>
      <a:lvl3pPr marL="657099" marR="0" indent="-19998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801" marR="0" indent="-180940"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741" marR="0" indent="-168243"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4547"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30"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111"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94"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563" rtl="0" eaLnBrk="1" latinLnBrk="0" hangingPunct="1">
        <a:defRPr sz="1800" kern="1200">
          <a:solidFill>
            <a:schemeClr val="tx1"/>
          </a:solidFill>
          <a:latin typeface="+mn-lt"/>
          <a:ea typeface="+mn-ea"/>
          <a:cs typeface="+mn-cs"/>
        </a:defRPr>
      </a:lvl1pPr>
      <a:lvl2pPr marL="466282" algn="l" defTabSz="932563" rtl="0" eaLnBrk="1" latinLnBrk="0" hangingPunct="1">
        <a:defRPr sz="1800" kern="1200">
          <a:solidFill>
            <a:schemeClr val="tx1"/>
          </a:solidFill>
          <a:latin typeface="+mn-lt"/>
          <a:ea typeface="+mn-ea"/>
          <a:cs typeface="+mn-cs"/>
        </a:defRPr>
      </a:lvl2pPr>
      <a:lvl3pPr marL="932563" algn="l" defTabSz="932563" rtl="0" eaLnBrk="1" latinLnBrk="0" hangingPunct="1">
        <a:defRPr sz="1800" kern="1200">
          <a:solidFill>
            <a:schemeClr val="tx1"/>
          </a:solidFill>
          <a:latin typeface="+mn-lt"/>
          <a:ea typeface="+mn-ea"/>
          <a:cs typeface="+mn-cs"/>
        </a:defRPr>
      </a:lvl3pPr>
      <a:lvl4pPr marL="1398844" algn="l" defTabSz="932563" rtl="0" eaLnBrk="1" latinLnBrk="0" hangingPunct="1">
        <a:defRPr sz="1800" kern="1200">
          <a:solidFill>
            <a:schemeClr val="tx1"/>
          </a:solidFill>
          <a:latin typeface="+mn-lt"/>
          <a:ea typeface="+mn-ea"/>
          <a:cs typeface="+mn-cs"/>
        </a:defRPr>
      </a:lvl4pPr>
      <a:lvl5pPr marL="1865126" algn="l" defTabSz="932563" rtl="0" eaLnBrk="1" latinLnBrk="0" hangingPunct="1">
        <a:defRPr sz="1800" kern="1200">
          <a:solidFill>
            <a:schemeClr val="tx1"/>
          </a:solidFill>
          <a:latin typeface="+mn-lt"/>
          <a:ea typeface="+mn-ea"/>
          <a:cs typeface="+mn-cs"/>
        </a:defRPr>
      </a:lvl5pPr>
      <a:lvl6pPr marL="2331408" algn="l" defTabSz="932563" rtl="0" eaLnBrk="1" latinLnBrk="0" hangingPunct="1">
        <a:defRPr sz="1800" kern="1200">
          <a:solidFill>
            <a:schemeClr val="tx1"/>
          </a:solidFill>
          <a:latin typeface="+mn-lt"/>
          <a:ea typeface="+mn-ea"/>
          <a:cs typeface="+mn-cs"/>
        </a:defRPr>
      </a:lvl6pPr>
      <a:lvl7pPr marL="2797689" algn="l" defTabSz="932563" rtl="0" eaLnBrk="1" latinLnBrk="0" hangingPunct="1">
        <a:defRPr sz="1800" kern="1200">
          <a:solidFill>
            <a:schemeClr val="tx1"/>
          </a:solidFill>
          <a:latin typeface="+mn-lt"/>
          <a:ea typeface="+mn-ea"/>
          <a:cs typeface="+mn-cs"/>
        </a:defRPr>
      </a:lvl7pPr>
      <a:lvl8pPr marL="3263970" algn="l" defTabSz="932563" rtl="0" eaLnBrk="1" latinLnBrk="0" hangingPunct="1">
        <a:defRPr sz="1800" kern="1200">
          <a:solidFill>
            <a:schemeClr val="tx1"/>
          </a:solidFill>
          <a:latin typeface="+mn-lt"/>
          <a:ea typeface="+mn-ea"/>
          <a:cs typeface="+mn-cs"/>
        </a:defRPr>
      </a:lvl8pPr>
      <a:lvl9pPr marL="3730252" algn="l" defTabSz="932563"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9" orient="horz" pos="4135">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microsoft.com/office/2018/10/relationships/comments" Target="../comments/modernComment_102_6F07BEAD.xml"/><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5.xml"/><Relationship Id="rId1" Type="http://schemas.openxmlformats.org/officeDocument/2006/relationships/slideLayout" Target="../slideLayouts/slideLayout9.xml"/><Relationship Id="rId5" Type="http://schemas.openxmlformats.org/officeDocument/2006/relationships/hyperlink" Target="https://freesvg.org/diy-clock-face" TargetMode="External"/><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9.xml"/><Relationship Id="rId1" Type="http://schemas.openxmlformats.org/officeDocument/2006/relationships/video" Target="https://www.youtube.com/embed/E9t3UCw1e5o?feature=oembed" TargetMode="External"/><Relationship Id="rId4" Type="http://schemas.openxmlformats.org/officeDocument/2006/relationships/image" Target="../media/image20.jpe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53C8671-7B81-408A-BE4D-FB695D61E859}"/>
              </a:ext>
            </a:extLst>
          </p:cNvPr>
          <p:cNvSpPr>
            <a:spLocks noGrp="1"/>
          </p:cNvSpPr>
          <p:nvPr>
            <p:ph type="body" sz="quarter" idx="10"/>
          </p:nvPr>
        </p:nvSpPr>
        <p:spPr/>
        <p:txBody>
          <a:bodyPr/>
          <a:lstStyle/>
          <a:p>
            <a:r>
              <a:rPr lang="en-US" dirty="0"/>
              <a:t>How to Mow a Lawn</a:t>
            </a:r>
          </a:p>
        </p:txBody>
      </p:sp>
      <p:sp>
        <p:nvSpPr>
          <p:cNvPr id="3" name="Text Placeholder 2">
            <a:extLst>
              <a:ext uri="{FF2B5EF4-FFF2-40B4-BE49-F238E27FC236}">
                <a16:creationId xmlns:a16="http://schemas.microsoft.com/office/drawing/2014/main" id="{CDED337E-F2B6-4A9F-971C-9DE54056FE74}"/>
              </a:ext>
            </a:extLst>
          </p:cNvPr>
          <p:cNvSpPr>
            <a:spLocks noGrp="1"/>
          </p:cNvSpPr>
          <p:nvPr>
            <p:ph type="body" sz="quarter" idx="14"/>
          </p:nvPr>
        </p:nvSpPr>
        <p:spPr/>
        <p:txBody>
          <a:bodyPr/>
          <a:lstStyle/>
          <a:p>
            <a:r>
              <a:rPr lang="en-US" dirty="0"/>
              <a:t>Event to Action teach back</a:t>
            </a:r>
          </a:p>
        </p:txBody>
      </p:sp>
    </p:spTree>
    <p:extLst>
      <p:ext uri="{BB962C8B-B14F-4D97-AF65-F5344CB8AC3E}">
        <p14:creationId xmlns:p14="http://schemas.microsoft.com/office/powerpoint/2010/main" val="25930594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487F587-C0C3-FE4D-0A2E-F36158B9F83D}"/>
              </a:ext>
            </a:extLst>
          </p:cNvPr>
          <p:cNvSpPr>
            <a:spLocks noGrp="1"/>
          </p:cNvSpPr>
          <p:nvPr>
            <p:ph idx="1"/>
          </p:nvPr>
        </p:nvSpPr>
        <p:spPr/>
        <p:txBody>
          <a:bodyPr/>
          <a:lstStyle/>
          <a:p>
            <a:endParaRPr lang="en-US" dirty="0"/>
          </a:p>
          <a:p>
            <a:r>
              <a:rPr lang="en-US" dirty="0"/>
              <a:t>- About me</a:t>
            </a:r>
          </a:p>
          <a:p>
            <a:endParaRPr lang="en-US" dirty="0"/>
          </a:p>
          <a:p>
            <a:endParaRPr lang="en-US" dirty="0"/>
          </a:p>
          <a:p>
            <a:r>
              <a:rPr lang="en-US" dirty="0"/>
              <a:t>- This is a safe space to learn</a:t>
            </a:r>
          </a:p>
          <a:p>
            <a:endParaRPr lang="en-US" dirty="0"/>
          </a:p>
          <a:p>
            <a:endParaRPr lang="en-US" dirty="0"/>
          </a:p>
          <a:p>
            <a:r>
              <a:rPr lang="en-US" dirty="0"/>
              <a:t>- Icebreaker activity – Best/Worst</a:t>
            </a:r>
          </a:p>
        </p:txBody>
      </p:sp>
      <p:sp>
        <p:nvSpPr>
          <p:cNvPr id="3" name="Title 2">
            <a:extLst>
              <a:ext uri="{FF2B5EF4-FFF2-40B4-BE49-F238E27FC236}">
                <a16:creationId xmlns:a16="http://schemas.microsoft.com/office/drawing/2014/main" id="{73A7D1E5-DCFD-CD81-BB97-836DE861BD3E}"/>
              </a:ext>
            </a:extLst>
          </p:cNvPr>
          <p:cNvSpPr>
            <a:spLocks noGrp="1"/>
          </p:cNvSpPr>
          <p:nvPr>
            <p:ph type="title"/>
          </p:nvPr>
        </p:nvSpPr>
        <p:spPr/>
        <p:txBody>
          <a:bodyPr/>
          <a:lstStyle/>
          <a:p>
            <a:r>
              <a:rPr lang="en-US" dirty="0"/>
              <a:t>Introduction	</a:t>
            </a:r>
            <a:br>
              <a:rPr lang="en-US" dirty="0"/>
            </a:br>
            <a:endParaRPr lang="en-US" dirty="0"/>
          </a:p>
        </p:txBody>
      </p:sp>
    </p:spTree>
    <p:extLst>
      <p:ext uri="{BB962C8B-B14F-4D97-AF65-F5344CB8AC3E}">
        <p14:creationId xmlns:p14="http://schemas.microsoft.com/office/powerpoint/2010/main" val="5049036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11943C-DBD0-1EA0-5B03-D6262B295153}"/>
              </a:ext>
            </a:extLst>
          </p:cNvPr>
          <p:cNvSpPr txBox="1">
            <a:spLocks/>
          </p:cNvSpPr>
          <p:nvPr/>
        </p:nvSpPr>
        <p:spPr>
          <a:xfrm>
            <a:off x="595539" y="1326950"/>
            <a:ext cx="11013849" cy="4663539"/>
          </a:xfrm>
        </p:spPr>
        <p:txBody>
          <a:bodyPr lIns="0" tIns="0" rIns="0" bIns="0"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srgbClr val="1D4F91"/>
                </a:solidFill>
                <a:effectLst/>
                <a:uLnTx/>
                <a:uFillTx/>
                <a:latin typeface="Segoe UI"/>
                <a:ea typeface="+mn-ea"/>
                <a:cs typeface="+mn-cs"/>
              </a:rPr>
              <a:t>PURPOSE</a:t>
            </a:r>
            <a:br>
              <a:rPr kumimoji="0" lang="en-US" sz="2400" b="1" i="0" u="none" strike="noStrike" kern="1200" cap="none" spc="0" normalizeH="0" baseline="0" noProof="0" dirty="0">
                <a:ln>
                  <a:noFill/>
                </a:ln>
                <a:solidFill>
                  <a:srgbClr val="1A1A1A"/>
                </a:solidFill>
                <a:effectLst/>
                <a:uLnTx/>
                <a:uFillTx/>
                <a:latin typeface="Segoe UI"/>
                <a:ea typeface="+mn-ea"/>
                <a:cs typeface="+mn-cs"/>
              </a:rPr>
            </a:br>
            <a:r>
              <a:rPr kumimoji="0" lang="en-US" sz="2000" b="0" i="0" u="none" strike="noStrike" kern="1200" cap="none" spc="0" normalizeH="0" baseline="0" noProof="0" dirty="0">
                <a:ln>
                  <a:noFill/>
                </a:ln>
                <a:solidFill>
                  <a:srgbClr val="1D4F91"/>
                </a:solidFill>
                <a:effectLst/>
                <a:uLnTx/>
                <a:uFillTx/>
                <a:latin typeface="Calibri Light"/>
                <a:ea typeface="+mn-ea"/>
                <a:cs typeface="Times New Roman"/>
              </a:rPr>
              <a:t>This course addresses guide </a:t>
            </a:r>
            <a:r>
              <a:rPr lang="en-US" sz="2000" dirty="0">
                <a:solidFill>
                  <a:srgbClr val="1D4F91"/>
                </a:solidFill>
                <a:latin typeface="Calibri Light"/>
                <a:cs typeface="Times New Roman"/>
              </a:rPr>
              <a:t>individuals transfer knowledge of how to effectively keep your lawn looking good and while avoiding injuries to yourself and others.</a:t>
            </a:r>
            <a:endParaRPr kumimoji="0" lang="en-US" sz="2400" b="1" i="0" u="none" strike="noStrike" kern="1200" cap="none" spc="0" normalizeH="0" baseline="0" noProof="0" dirty="0">
              <a:ln>
                <a:noFill/>
              </a:ln>
              <a:solidFill>
                <a:srgbClr val="1D4F91"/>
              </a:solidFill>
              <a:effectLst/>
              <a:uLnTx/>
              <a:uFillTx/>
              <a:latin typeface="Segoe UI"/>
              <a:ea typeface="+mn-ea"/>
              <a:cs typeface="+mn-cs"/>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1" i="0" u="none" strike="noStrike" kern="1200" cap="none" spc="0" normalizeH="0" baseline="0" noProof="0" dirty="0">
              <a:ln>
                <a:noFill/>
              </a:ln>
              <a:solidFill>
                <a:srgbClr val="1D4F91"/>
              </a:solidFill>
              <a:effectLst/>
              <a:uLnTx/>
              <a:uFillTx/>
              <a:latin typeface="Segoe UI"/>
              <a:ea typeface="+mn-ea"/>
              <a:cs typeface="+mn-cs"/>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srgbClr val="1D4F91"/>
                </a:solidFill>
                <a:effectLst/>
                <a:uLnTx/>
                <a:uFillTx/>
                <a:latin typeface="Segoe UI"/>
                <a:ea typeface="+mn-ea"/>
                <a:cs typeface="+mn-cs"/>
              </a:rPr>
              <a:t>PROCESS</a:t>
            </a:r>
            <a:br>
              <a:rPr kumimoji="0" lang="en-US" sz="2400" b="1" i="0" u="none" strike="noStrike" kern="1200" cap="none" spc="0" normalizeH="0" baseline="0" noProof="0" dirty="0">
                <a:ln>
                  <a:noFill/>
                </a:ln>
                <a:solidFill>
                  <a:srgbClr val="1A1A1A"/>
                </a:solidFill>
                <a:effectLst/>
                <a:uLnTx/>
                <a:uFillTx/>
                <a:latin typeface="Segoe UI"/>
                <a:ea typeface="+mn-ea"/>
                <a:cs typeface="+mn-cs"/>
              </a:rPr>
            </a:br>
            <a:r>
              <a:rPr kumimoji="0" lang="en-US" sz="2000" b="0" i="0" u="none" strike="noStrike" kern="1200" cap="none" spc="0" normalizeH="0" baseline="0" noProof="0" dirty="0">
                <a:ln>
                  <a:noFill/>
                </a:ln>
                <a:solidFill>
                  <a:srgbClr val="1D4F91"/>
                </a:solidFill>
                <a:effectLst/>
                <a:uLnTx/>
                <a:uFillTx/>
                <a:latin typeface="Calibri Light"/>
                <a:ea typeface="Calibri" panose="020F0502020204030204" pitchFamily="34" charset="0"/>
                <a:cs typeface="Times New Roman"/>
              </a:rPr>
              <a:t>It is designed to cover lawn mowing frequency, optimal mowing time, recommended grass height, risks involved in the process, and safety best practices for mowing.</a:t>
            </a:r>
            <a:endParaRPr kumimoji="0" lang="en-US" sz="2000" b="0" i="0" u="none" strike="noStrike" kern="1200" cap="none" spc="0" normalizeH="0" baseline="0" noProof="0" dirty="0">
              <a:ln>
                <a:noFill/>
              </a:ln>
              <a:solidFill>
                <a:srgbClr val="1D4F91"/>
              </a:solidFill>
              <a:effectLst/>
              <a:uLnTx/>
              <a:uFillTx/>
              <a:latin typeface="Segoe UI"/>
              <a:ea typeface="+mn-ea"/>
              <a:cs typeface="+mn-cs"/>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1" i="0" u="none" strike="noStrike" kern="1200" cap="none" spc="0" normalizeH="0" baseline="0" noProof="0" dirty="0">
              <a:ln>
                <a:noFill/>
              </a:ln>
              <a:solidFill>
                <a:srgbClr val="1D4F91"/>
              </a:solidFill>
              <a:effectLst/>
              <a:uLnTx/>
              <a:uFillTx/>
              <a:latin typeface="Segoe UI"/>
              <a:ea typeface="+mn-ea"/>
              <a:cs typeface="+mn-cs"/>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srgbClr val="1D4F91"/>
                </a:solidFill>
                <a:effectLst/>
                <a:uLnTx/>
                <a:uFillTx/>
                <a:latin typeface="Segoe UI"/>
                <a:ea typeface="+mn-ea"/>
                <a:cs typeface="+mn-cs"/>
              </a:rPr>
              <a:t>PAYOFF</a:t>
            </a:r>
            <a:endParaRPr kumimoji="0" lang="en-US" sz="2400" b="1" i="0" u="none" strike="noStrike" kern="1200" cap="none" spc="0" normalizeH="0" baseline="0" noProof="0" dirty="0">
              <a:ln>
                <a:noFill/>
              </a:ln>
              <a:solidFill>
                <a:srgbClr val="1A1A1A"/>
              </a:solidFill>
              <a:effectLst/>
              <a:uLnTx/>
              <a:uFillTx/>
              <a:latin typeface="Segoe UI"/>
              <a:ea typeface="+mn-ea"/>
              <a:cs typeface="+mn-cs"/>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1D4F91"/>
                </a:solidFill>
                <a:effectLst/>
                <a:uLnTx/>
                <a:uFillTx/>
                <a:latin typeface="Calibri Light"/>
                <a:ea typeface="+mn-ea"/>
                <a:cs typeface="Times New Roman"/>
              </a:rPr>
              <a:t>You will understand key attributes of a well-maintained lawn and how to perform the work safely.</a:t>
            </a:r>
          </a:p>
        </p:txBody>
      </p:sp>
      <p:pic>
        <p:nvPicPr>
          <p:cNvPr id="4" name="Picture 6" descr="Icon&#10;&#10;Description automatically generated">
            <a:extLst>
              <a:ext uri="{FF2B5EF4-FFF2-40B4-BE49-F238E27FC236}">
                <a16:creationId xmlns:a16="http://schemas.microsoft.com/office/drawing/2014/main" id="{3BD22F36-10AE-5B7B-5449-2EF98999B50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667108" y="859681"/>
            <a:ext cx="928290" cy="931452"/>
          </a:xfrm>
          <a:prstGeom prst="rect">
            <a:avLst/>
          </a:prstGeom>
        </p:spPr>
      </p:pic>
      <p:pic>
        <p:nvPicPr>
          <p:cNvPr id="5" name="Picture 7" descr="Icon&#10;&#10;Description automatically generated">
            <a:extLst>
              <a:ext uri="{FF2B5EF4-FFF2-40B4-BE49-F238E27FC236}">
                <a16:creationId xmlns:a16="http://schemas.microsoft.com/office/drawing/2014/main" id="{FD235B0D-95EA-1E6B-06C5-89C683BF72B0}"/>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722111" y="2311444"/>
            <a:ext cx="802860" cy="804506"/>
          </a:xfrm>
          <a:prstGeom prst="rect">
            <a:avLst/>
          </a:prstGeom>
        </p:spPr>
      </p:pic>
      <p:pic>
        <p:nvPicPr>
          <p:cNvPr id="6" name="Picture 5" descr="Icon&#10;&#10;Description automatically generated">
            <a:extLst>
              <a:ext uri="{FF2B5EF4-FFF2-40B4-BE49-F238E27FC236}">
                <a16:creationId xmlns:a16="http://schemas.microsoft.com/office/drawing/2014/main" id="{19728FCF-081A-2AD7-B29B-45FE160BEC0E}"/>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5722111" y="3750521"/>
            <a:ext cx="769361" cy="765624"/>
          </a:xfrm>
          <a:prstGeom prst="rect">
            <a:avLst/>
          </a:prstGeom>
        </p:spPr>
      </p:pic>
      <p:cxnSp>
        <p:nvCxnSpPr>
          <p:cNvPr id="7" name="Straight Arrow Connector 6">
            <a:extLst>
              <a:ext uri="{FF2B5EF4-FFF2-40B4-BE49-F238E27FC236}">
                <a16:creationId xmlns:a16="http://schemas.microsoft.com/office/drawing/2014/main" id="{73A68B35-3893-9D32-694A-2575FC3E8AE4}"/>
              </a:ext>
            </a:extLst>
          </p:cNvPr>
          <p:cNvCxnSpPr>
            <a:cxnSpLocks/>
          </p:cNvCxnSpPr>
          <p:nvPr/>
        </p:nvCxnSpPr>
        <p:spPr>
          <a:xfrm>
            <a:off x="6611598" y="2713697"/>
            <a:ext cx="5003223" cy="0"/>
          </a:xfrm>
          <a:prstGeom prst="straightConnector1">
            <a:avLst/>
          </a:prstGeom>
          <a:ln>
            <a:solidFill>
              <a:srgbClr val="1D4F91"/>
            </a:solidFill>
          </a:ln>
        </p:spPr>
        <p:style>
          <a:lnRef idx="1">
            <a:schemeClr val="accent3"/>
          </a:lnRef>
          <a:fillRef idx="0">
            <a:schemeClr val="accent3"/>
          </a:fillRef>
          <a:effectRef idx="0">
            <a:schemeClr val="accent3"/>
          </a:effectRef>
          <a:fontRef idx="minor">
            <a:schemeClr val="tx1"/>
          </a:fontRef>
        </p:style>
      </p:cxnSp>
      <p:cxnSp>
        <p:nvCxnSpPr>
          <p:cNvPr id="8" name="Straight Arrow Connector 7">
            <a:extLst>
              <a:ext uri="{FF2B5EF4-FFF2-40B4-BE49-F238E27FC236}">
                <a16:creationId xmlns:a16="http://schemas.microsoft.com/office/drawing/2014/main" id="{CB78DB00-2E72-F5BE-A22F-CFD16E046AF4}"/>
              </a:ext>
            </a:extLst>
          </p:cNvPr>
          <p:cNvCxnSpPr>
            <a:cxnSpLocks/>
          </p:cNvCxnSpPr>
          <p:nvPr/>
        </p:nvCxnSpPr>
        <p:spPr>
          <a:xfrm>
            <a:off x="6615346" y="1419599"/>
            <a:ext cx="5003223" cy="0"/>
          </a:xfrm>
          <a:prstGeom prst="straightConnector1">
            <a:avLst/>
          </a:prstGeom>
          <a:ln>
            <a:solidFill>
              <a:srgbClr val="1D4F91"/>
            </a:solidFill>
          </a:ln>
        </p:spPr>
        <p:style>
          <a:lnRef idx="1">
            <a:schemeClr val="accent3"/>
          </a:lnRef>
          <a:fillRef idx="0">
            <a:schemeClr val="accent3"/>
          </a:fillRef>
          <a:effectRef idx="0">
            <a:schemeClr val="accent3"/>
          </a:effectRef>
          <a:fontRef idx="minor">
            <a:schemeClr val="tx1"/>
          </a:fontRef>
        </p:style>
      </p:cxnSp>
      <p:cxnSp>
        <p:nvCxnSpPr>
          <p:cNvPr id="9" name="Straight Arrow Connector 8">
            <a:extLst>
              <a:ext uri="{FF2B5EF4-FFF2-40B4-BE49-F238E27FC236}">
                <a16:creationId xmlns:a16="http://schemas.microsoft.com/office/drawing/2014/main" id="{1AAE0850-05B0-001F-2F1A-7154CAEBDDE6}"/>
              </a:ext>
            </a:extLst>
          </p:cNvPr>
          <p:cNvCxnSpPr>
            <a:cxnSpLocks/>
          </p:cNvCxnSpPr>
          <p:nvPr/>
        </p:nvCxnSpPr>
        <p:spPr>
          <a:xfrm>
            <a:off x="6593238" y="4227021"/>
            <a:ext cx="5003223" cy="0"/>
          </a:xfrm>
          <a:prstGeom prst="straightConnector1">
            <a:avLst/>
          </a:prstGeom>
          <a:ln>
            <a:solidFill>
              <a:srgbClr val="1D4F91"/>
            </a:solidFill>
          </a:ln>
        </p:spPr>
        <p:style>
          <a:lnRef idx="1">
            <a:schemeClr val="accent3"/>
          </a:lnRef>
          <a:fillRef idx="0">
            <a:schemeClr val="accent3"/>
          </a:fillRef>
          <a:effectRef idx="0">
            <a:schemeClr val="accent3"/>
          </a:effectRef>
          <a:fontRef idx="minor">
            <a:schemeClr val="tx1"/>
          </a:fontRef>
        </p:style>
      </p:cxnSp>
      <p:cxnSp>
        <p:nvCxnSpPr>
          <p:cNvPr id="10" name="Straight Arrow Connector 9">
            <a:extLst>
              <a:ext uri="{FF2B5EF4-FFF2-40B4-BE49-F238E27FC236}">
                <a16:creationId xmlns:a16="http://schemas.microsoft.com/office/drawing/2014/main" id="{611AE6C7-742D-4DA9-C8F1-F581742C5214}"/>
              </a:ext>
            </a:extLst>
          </p:cNvPr>
          <p:cNvCxnSpPr>
            <a:cxnSpLocks/>
          </p:cNvCxnSpPr>
          <p:nvPr/>
        </p:nvCxnSpPr>
        <p:spPr>
          <a:xfrm>
            <a:off x="593381" y="4171937"/>
            <a:ext cx="5003223" cy="0"/>
          </a:xfrm>
          <a:prstGeom prst="straightConnector1">
            <a:avLst/>
          </a:prstGeom>
          <a:ln>
            <a:solidFill>
              <a:srgbClr val="1D4F91"/>
            </a:solidFill>
          </a:ln>
        </p:spPr>
        <p:style>
          <a:lnRef idx="1">
            <a:schemeClr val="accent3"/>
          </a:lnRef>
          <a:fillRef idx="0">
            <a:schemeClr val="accent3"/>
          </a:fillRef>
          <a:effectRef idx="0">
            <a:schemeClr val="accent3"/>
          </a:effectRef>
          <a:fontRef idx="minor">
            <a:schemeClr val="tx1"/>
          </a:fontRef>
        </p:style>
      </p:cxnSp>
      <p:cxnSp>
        <p:nvCxnSpPr>
          <p:cNvPr id="11" name="Straight Arrow Connector 10">
            <a:extLst>
              <a:ext uri="{FF2B5EF4-FFF2-40B4-BE49-F238E27FC236}">
                <a16:creationId xmlns:a16="http://schemas.microsoft.com/office/drawing/2014/main" id="{517FD493-5068-A667-7D8C-BB3C12648233}"/>
              </a:ext>
            </a:extLst>
          </p:cNvPr>
          <p:cNvCxnSpPr>
            <a:cxnSpLocks/>
          </p:cNvCxnSpPr>
          <p:nvPr/>
        </p:nvCxnSpPr>
        <p:spPr>
          <a:xfrm>
            <a:off x="584197" y="2713697"/>
            <a:ext cx="5003223" cy="0"/>
          </a:xfrm>
          <a:prstGeom prst="straightConnector1">
            <a:avLst/>
          </a:prstGeom>
          <a:ln>
            <a:solidFill>
              <a:srgbClr val="1D4F91"/>
            </a:solidFill>
          </a:ln>
        </p:spPr>
        <p:style>
          <a:lnRef idx="1">
            <a:schemeClr val="accent3"/>
          </a:lnRef>
          <a:fillRef idx="0">
            <a:schemeClr val="accent3"/>
          </a:fillRef>
          <a:effectRef idx="0">
            <a:schemeClr val="accent3"/>
          </a:effectRef>
          <a:fontRef idx="minor">
            <a:schemeClr val="tx1"/>
          </a:fontRef>
        </p:style>
      </p:cxnSp>
      <p:cxnSp>
        <p:nvCxnSpPr>
          <p:cNvPr id="12" name="Straight Arrow Connector 11">
            <a:extLst>
              <a:ext uri="{FF2B5EF4-FFF2-40B4-BE49-F238E27FC236}">
                <a16:creationId xmlns:a16="http://schemas.microsoft.com/office/drawing/2014/main" id="{0E3312BD-4FA7-1D8A-4B4D-3824BBDCFF9F}"/>
              </a:ext>
            </a:extLst>
          </p:cNvPr>
          <p:cNvCxnSpPr>
            <a:cxnSpLocks/>
          </p:cNvCxnSpPr>
          <p:nvPr/>
        </p:nvCxnSpPr>
        <p:spPr>
          <a:xfrm>
            <a:off x="666825" y="1327792"/>
            <a:ext cx="5003223" cy="0"/>
          </a:xfrm>
          <a:prstGeom prst="straightConnector1">
            <a:avLst/>
          </a:prstGeom>
          <a:ln>
            <a:solidFill>
              <a:srgbClr val="1D4F91"/>
            </a:solidFill>
          </a:ln>
        </p:spPr>
        <p:style>
          <a:lnRef idx="1">
            <a:schemeClr val="accent3"/>
          </a:lnRef>
          <a:fillRef idx="0">
            <a:schemeClr val="accent3"/>
          </a:fillRef>
          <a:effectRef idx="0">
            <a:schemeClr val="accent3"/>
          </a:effectRef>
          <a:fontRef idx="minor">
            <a:schemeClr val="tx1"/>
          </a:fontRef>
        </p:style>
      </p:cxnSp>
      <p:sp>
        <p:nvSpPr>
          <p:cNvPr id="14" name="TextBox 13">
            <a:extLst>
              <a:ext uri="{FF2B5EF4-FFF2-40B4-BE49-F238E27FC236}">
                <a16:creationId xmlns:a16="http://schemas.microsoft.com/office/drawing/2014/main" id="{06A983CC-3A48-AE40-A34D-DA42A38CD405}"/>
              </a:ext>
            </a:extLst>
          </p:cNvPr>
          <p:cNvSpPr txBox="1"/>
          <p:nvPr/>
        </p:nvSpPr>
        <p:spPr>
          <a:xfrm>
            <a:off x="434173" y="411426"/>
            <a:ext cx="6094476"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1D4F91"/>
                </a:solidFill>
                <a:effectLst/>
                <a:uLnTx/>
                <a:uFillTx/>
                <a:latin typeface="Calibri" panose="020F0502020204030204" pitchFamily="34" charset="0"/>
                <a:ea typeface="Calibri" panose="020F0502020204030204" pitchFamily="34" charset="0"/>
                <a:cs typeface="Calibri" panose="020F0502020204030204" pitchFamily="34" charset="0"/>
              </a:rPr>
              <a:t>PURPOSE – PROCESS - PAYOFF</a:t>
            </a:r>
          </a:p>
        </p:txBody>
      </p:sp>
    </p:spTree>
    <p:extLst>
      <p:ext uri="{BB962C8B-B14F-4D97-AF65-F5344CB8AC3E}">
        <p14:creationId xmlns:p14="http://schemas.microsoft.com/office/powerpoint/2010/main" val="1862778541"/>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3A7D1E5-DCFD-CD81-BB97-836DE861BD3E}"/>
              </a:ext>
            </a:extLst>
          </p:cNvPr>
          <p:cNvSpPr>
            <a:spLocks noGrp="1"/>
          </p:cNvSpPr>
          <p:nvPr>
            <p:ph type="title"/>
          </p:nvPr>
        </p:nvSpPr>
        <p:spPr/>
        <p:txBody>
          <a:bodyPr/>
          <a:lstStyle/>
          <a:p>
            <a:r>
              <a:rPr lang="en-US" dirty="0"/>
              <a:t>Mowing A Lawn – Did you know?</a:t>
            </a:r>
            <a:br>
              <a:rPr lang="en-US" dirty="0"/>
            </a:br>
            <a:endParaRPr lang="en-US" dirty="0"/>
          </a:p>
        </p:txBody>
      </p:sp>
      <p:sp>
        <p:nvSpPr>
          <p:cNvPr id="5" name="Content Placeholder 4">
            <a:extLst>
              <a:ext uri="{FF2B5EF4-FFF2-40B4-BE49-F238E27FC236}">
                <a16:creationId xmlns:a16="http://schemas.microsoft.com/office/drawing/2014/main" id="{DFBB889D-EE1E-E051-D618-7254F9B1CC8E}"/>
              </a:ext>
            </a:extLst>
          </p:cNvPr>
          <p:cNvSpPr>
            <a:spLocks noGrp="1"/>
          </p:cNvSpPr>
          <p:nvPr>
            <p:ph idx="1"/>
          </p:nvPr>
        </p:nvSpPr>
        <p:spPr>
          <a:xfrm>
            <a:off x="533400" y="1104900"/>
            <a:ext cx="5810250" cy="5192383"/>
          </a:xfrm>
        </p:spPr>
        <p:txBody>
          <a:bodyPr/>
          <a:lstStyle/>
          <a:p>
            <a:r>
              <a:rPr lang="en-US" dirty="0"/>
              <a:t>How often should you mow your lawn?</a:t>
            </a:r>
          </a:p>
          <a:p>
            <a:endParaRPr lang="en-US" dirty="0"/>
          </a:p>
          <a:p>
            <a:pPr marL="457200" indent="-457200">
              <a:buFont typeface="Arial" panose="020B0604020202020204" pitchFamily="34" charset="0"/>
              <a:buChar char="•"/>
            </a:pPr>
            <a:r>
              <a:rPr lang="en-US" sz="2600" dirty="0"/>
              <a:t>Rule of thumb is for a well-manicured lawn is to mow once a week during the growing season.</a:t>
            </a:r>
          </a:p>
        </p:txBody>
      </p:sp>
      <p:pic>
        <p:nvPicPr>
          <p:cNvPr id="9" name="Picture 8" descr="Aerial view of person mowing lawn">
            <a:extLst>
              <a:ext uri="{FF2B5EF4-FFF2-40B4-BE49-F238E27FC236}">
                <a16:creationId xmlns:a16="http://schemas.microsoft.com/office/drawing/2014/main" id="{27A5A8D9-B14F-6501-F578-4424FFE5DE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43648" y="1485900"/>
            <a:ext cx="5722145" cy="3814763"/>
          </a:xfrm>
          <a:prstGeom prst="rect">
            <a:avLst/>
          </a:prstGeom>
        </p:spPr>
      </p:pic>
    </p:spTree>
    <p:extLst>
      <p:ext uri="{BB962C8B-B14F-4D97-AF65-F5344CB8AC3E}">
        <p14:creationId xmlns:p14="http://schemas.microsoft.com/office/powerpoint/2010/main" val="27000445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3A7D1E5-DCFD-CD81-BB97-836DE861BD3E}"/>
              </a:ext>
            </a:extLst>
          </p:cNvPr>
          <p:cNvSpPr>
            <a:spLocks noGrp="1"/>
          </p:cNvSpPr>
          <p:nvPr>
            <p:ph type="title"/>
          </p:nvPr>
        </p:nvSpPr>
        <p:spPr/>
        <p:txBody>
          <a:bodyPr/>
          <a:lstStyle/>
          <a:p>
            <a:r>
              <a:rPr lang="en-US" dirty="0"/>
              <a:t>Mowing A Lawn – Did you know?</a:t>
            </a:r>
            <a:br>
              <a:rPr lang="en-US" dirty="0"/>
            </a:br>
            <a:endParaRPr lang="en-US" dirty="0"/>
          </a:p>
        </p:txBody>
      </p:sp>
      <p:sp>
        <p:nvSpPr>
          <p:cNvPr id="5" name="Content Placeholder 4">
            <a:extLst>
              <a:ext uri="{FF2B5EF4-FFF2-40B4-BE49-F238E27FC236}">
                <a16:creationId xmlns:a16="http://schemas.microsoft.com/office/drawing/2014/main" id="{DFBB889D-EE1E-E051-D618-7254F9B1CC8E}"/>
              </a:ext>
            </a:extLst>
          </p:cNvPr>
          <p:cNvSpPr>
            <a:spLocks noGrp="1"/>
          </p:cNvSpPr>
          <p:nvPr>
            <p:ph idx="1"/>
          </p:nvPr>
        </p:nvSpPr>
        <p:spPr>
          <a:xfrm>
            <a:off x="533400" y="1104900"/>
            <a:ext cx="5562600" cy="5192383"/>
          </a:xfrm>
        </p:spPr>
        <p:txBody>
          <a:bodyPr/>
          <a:lstStyle/>
          <a:p>
            <a:r>
              <a:rPr lang="en-US" dirty="0"/>
              <a:t>What time of day should you mow your lawn?</a:t>
            </a:r>
          </a:p>
          <a:p>
            <a:endParaRPr lang="en-US" dirty="0"/>
          </a:p>
          <a:p>
            <a:pPr marL="457200" indent="-457200">
              <a:buFont typeface="Arial" panose="020B0604020202020204" pitchFamily="34" charset="0"/>
              <a:buChar char="•"/>
            </a:pPr>
            <a:r>
              <a:rPr lang="en-US" sz="2600" dirty="0"/>
              <a:t>Between 8am &amp; 10am</a:t>
            </a:r>
          </a:p>
        </p:txBody>
      </p:sp>
      <p:pic>
        <p:nvPicPr>
          <p:cNvPr id="4" name="Picture 3" descr="Fresh grass with dew drops at sunrise">
            <a:extLst>
              <a:ext uri="{FF2B5EF4-FFF2-40B4-BE49-F238E27FC236}">
                <a16:creationId xmlns:a16="http://schemas.microsoft.com/office/drawing/2014/main" id="{2E84256E-1A70-8D13-149E-F3BBE9D210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58063" y="3350789"/>
            <a:ext cx="4300537" cy="2870525"/>
          </a:xfrm>
          <a:prstGeom prst="rect">
            <a:avLst/>
          </a:prstGeom>
        </p:spPr>
      </p:pic>
      <p:pic>
        <p:nvPicPr>
          <p:cNvPr id="7" name="Picture 6" descr="A clock with black numbers&#10;&#10;Description automatically generated">
            <a:extLst>
              <a:ext uri="{FF2B5EF4-FFF2-40B4-BE49-F238E27FC236}">
                <a16:creationId xmlns:a16="http://schemas.microsoft.com/office/drawing/2014/main" id="{02FFCAA0-13FD-E41E-2587-90BB5B7903BD}"/>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8285618" y="905366"/>
            <a:ext cx="2445423" cy="2445423"/>
          </a:xfrm>
          <a:prstGeom prst="rect">
            <a:avLst/>
          </a:prstGeom>
        </p:spPr>
      </p:pic>
    </p:spTree>
    <p:extLst>
      <p:ext uri="{BB962C8B-B14F-4D97-AF65-F5344CB8AC3E}">
        <p14:creationId xmlns:p14="http://schemas.microsoft.com/office/powerpoint/2010/main" val="29295101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3A7D1E5-DCFD-CD81-BB97-836DE861BD3E}"/>
              </a:ext>
            </a:extLst>
          </p:cNvPr>
          <p:cNvSpPr>
            <a:spLocks noGrp="1"/>
          </p:cNvSpPr>
          <p:nvPr>
            <p:ph type="title"/>
          </p:nvPr>
        </p:nvSpPr>
        <p:spPr/>
        <p:txBody>
          <a:bodyPr/>
          <a:lstStyle/>
          <a:p>
            <a:r>
              <a:rPr lang="en-US" dirty="0"/>
              <a:t>Mowing A Lawn – Did you know?</a:t>
            </a:r>
            <a:br>
              <a:rPr lang="en-US" dirty="0"/>
            </a:br>
            <a:endParaRPr lang="en-US" dirty="0"/>
          </a:p>
        </p:txBody>
      </p:sp>
      <p:sp>
        <p:nvSpPr>
          <p:cNvPr id="5" name="Content Placeholder 4">
            <a:extLst>
              <a:ext uri="{FF2B5EF4-FFF2-40B4-BE49-F238E27FC236}">
                <a16:creationId xmlns:a16="http://schemas.microsoft.com/office/drawing/2014/main" id="{DFBB889D-EE1E-E051-D618-7254F9B1CC8E}"/>
              </a:ext>
            </a:extLst>
          </p:cNvPr>
          <p:cNvSpPr>
            <a:spLocks noGrp="1"/>
          </p:cNvSpPr>
          <p:nvPr>
            <p:ph idx="1"/>
          </p:nvPr>
        </p:nvSpPr>
        <p:spPr>
          <a:xfrm>
            <a:off x="533400" y="1104900"/>
            <a:ext cx="5562600" cy="5192383"/>
          </a:xfrm>
        </p:spPr>
        <p:txBody>
          <a:bodyPr/>
          <a:lstStyle/>
          <a:p>
            <a:r>
              <a:rPr lang="en-US" dirty="0"/>
              <a:t>What is the ideal height we should keep our grass?</a:t>
            </a:r>
          </a:p>
          <a:p>
            <a:endParaRPr lang="en-US" dirty="0"/>
          </a:p>
          <a:p>
            <a:pPr marL="457200" indent="-457200">
              <a:buFont typeface="Arial" panose="020B0604020202020204" pitchFamily="34" charset="0"/>
              <a:buChar char="•"/>
            </a:pPr>
            <a:r>
              <a:rPr lang="en-US" sz="2600" dirty="0"/>
              <a:t>Rule of thumb is to keep your grass ~2 inches tall</a:t>
            </a:r>
          </a:p>
        </p:txBody>
      </p:sp>
      <p:pic>
        <p:nvPicPr>
          <p:cNvPr id="4" name="Picture 3" descr="A ruler and grass growing out of a patch of grass&#10;&#10;Description automatically generated">
            <a:extLst>
              <a:ext uri="{FF2B5EF4-FFF2-40B4-BE49-F238E27FC236}">
                <a16:creationId xmlns:a16="http://schemas.microsoft.com/office/drawing/2014/main" id="{85B9763A-945B-3CEA-627B-78C0844D49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24600" y="905366"/>
            <a:ext cx="5334000" cy="5334000"/>
          </a:xfrm>
          <a:prstGeom prst="rect">
            <a:avLst/>
          </a:prstGeom>
        </p:spPr>
      </p:pic>
    </p:spTree>
    <p:extLst>
      <p:ext uri="{BB962C8B-B14F-4D97-AF65-F5344CB8AC3E}">
        <p14:creationId xmlns:p14="http://schemas.microsoft.com/office/powerpoint/2010/main" val="27159885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487F587-C0C3-FE4D-0A2E-F36158B9F83D}"/>
              </a:ext>
            </a:extLst>
          </p:cNvPr>
          <p:cNvSpPr>
            <a:spLocks noGrp="1"/>
          </p:cNvSpPr>
          <p:nvPr>
            <p:ph idx="1"/>
          </p:nvPr>
        </p:nvSpPr>
        <p:spPr/>
        <p:txBody>
          <a:bodyPr/>
          <a:lstStyle/>
          <a:p>
            <a:endParaRPr lang="en-US" dirty="0"/>
          </a:p>
          <a:p>
            <a:endParaRPr lang="en-US" dirty="0"/>
          </a:p>
        </p:txBody>
      </p:sp>
      <p:sp>
        <p:nvSpPr>
          <p:cNvPr id="3" name="Title 2">
            <a:extLst>
              <a:ext uri="{FF2B5EF4-FFF2-40B4-BE49-F238E27FC236}">
                <a16:creationId xmlns:a16="http://schemas.microsoft.com/office/drawing/2014/main" id="{73A7D1E5-DCFD-CD81-BB97-836DE861BD3E}"/>
              </a:ext>
            </a:extLst>
          </p:cNvPr>
          <p:cNvSpPr>
            <a:spLocks noGrp="1"/>
          </p:cNvSpPr>
          <p:nvPr>
            <p:ph type="title"/>
          </p:nvPr>
        </p:nvSpPr>
        <p:spPr/>
        <p:txBody>
          <a:bodyPr/>
          <a:lstStyle/>
          <a:p>
            <a:r>
              <a:rPr lang="en-US" dirty="0"/>
              <a:t>Mowing Safety</a:t>
            </a:r>
            <a:br>
              <a:rPr lang="en-US" dirty="0"/>
            </a:br>
            <a:endParaRPr lang="en-US" dirty="0"/>
          </a:p>
        </p:txBody>
      </p:sp>
      <p:pic>
        <p:nvPicPr>
          <p:cNvPr id="4" name="Online Media 3" title="Lawnmower Safety 101">
            <a:hlinkClick r:id="" action="ppaction://media"/>
            <a:extLst>
              <a:ext uri="{FF2B5EF4-FFF2-40B4-BE49-F238E27FC236}">
                <a16:creationId xmlns:a16="http://schemas.microsoft.com/office/drawing/2014/main" id="{CF7787A9-F875-E6A2-F2D5-078D5757EA01}"/>
              </a:ext>
            </a:extLst>
          </p:cNvPr>
          <p:cNvPicPr>
            <a:picLocks noRot="1" noChangeAspect="1"/>
          </p:cNvPicPr>
          <p:nvPr>
            <a:videoFile r:link="rId1"/>
          </p:nvPr>
        </p:nvPicPr>
        <p:blipFill>
          <a:blip r:embed="rId4"/>
          <a:stretch>
            <a:fillRect/>
          </a:stretch>
        </p:blipFill>
        <p:spPr>
          <a:xfrm>
            <a:off x="1774031" y="1104900"/>
            <a:ext cx="8643937" cy="4883824"/>
          </a:xfrm>
          <a:prstGeom prst="rect">
            <a:avLst/>
          </a:prstGeom>
        </p:spPr>
      </p:pic>
    </p:spTree>
    <p:extLst>
      <p:ext uri="{BB962C8B-B14F-4D97-AF65-F5344CB8AC3E}">
        <p14:creationId xmlns:p14="http://schemas.microsoft.com/office/powerpoint/2010/main" val="289997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160D70E-A3BA-9190-49A1-2F02F3346B8D}"/>
              </a:ext>
            </a:extLst>
          </p:cNvPr>
          <p:cNvPicPr>
            <a:picLocks noGrp="1" noChangeAspect="1"/>
          </p:cNvPicPr>
          <p:nvPr>
            <p:ph idx="1"/>
          </p:nvPr>
        </p:nvPicPr>
        <p:blipFill>
          <a:blip r:embed="rId3"/>
          <a:stretch>
            <a:fillRect/>
          </a:stretch>
        </p:blipFill>
        <p:spPr>
          <a:xfrm>
            <a:off x="828885" y="2557463"/>
            <a:ext cx="10534235" cy="1743075"/>
          </a:xfrm>
        </p:spPr>
      </p:pic>
      <p:sp>
        <p:nvSpPr>
          <p:cNvPr id="3" name="Title 2">
            <a:extLst>
              <a:ext uri="{FF2B5EF4-FFF2-40B4-BE49-F238E27FC236}">
                <a16:creationId xmlns:a16="http://schemas.microsoft.com/office/drawing/2014/main" id="{73A7D1E5-DCFD-CD81-BB97-836DE861BD3E}"/>
              </a:ext>
            </a:extLst>
          </p:cNvPr>
          <p:cNvSpPr>
            <a:spLocks noGrp="1"/>
          </p:cNvSpPr>
          <p:nvPr>
            <p:ph type="title"/>
          </p:nvPr>
        </p:nvSpPr>
        <p:spPr/>
        <p:txBody>
          <a:bodyPr/>
          <a:lstStyle/>
          <a:p>
            <a:r>
              <a:rPr lang="en-US" dirty="0"/>
              <a:t>Activity</a:t>
            </a:r>
            <a:br>
              <a:rPr lang="en-US" dirty="0"/>
            </a:br>
            <a:endParaRPr lang="en-US" dirty="0"/>
          </a:p>
        </p:txBody>
      </p:sp>
    </p:spTree>
    <p:extLst>
      <p:ext uri="{BB962C8B-B14F-4D97-AF65-F5344CB8AC3E}">
        <p14:creationId xmlns:p14="http://schemas.microsoft.com/office/powerpoint/2010/main" val="3575841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487F587-C0C3-FE4D-0A2E-F36158B9F83D}"/>
              </a:ext>
            </a:extLst>
          </p:cNvPr>
          <p:cNvSpPr>
            <a:spLocks noGrp="1"/>
          </p:cNvSpPr>
          <p:nvPr>
            <p:ph idx="1"/>
          </p:nvPr>
        </p:nvSpPr>
        <p:spPr>
          <a:xfrm>
            <a:off x="533400" y="1104900"/>
            <a:ext cx="11125200" cy="5192383"/>
          </a:xfrm>
        </p:spPr>
        <p:txBody>
          <a:bodyPr/>
          <a:lstStyle/>
          <a:p>
            <a:pPr marL="0" indent="0"/>
            <a:r>
              <a:rPr lang="en-US" b="1" u="sng" dirty="0"/>
              <a:t>Scenario 1: </a:t>
            </a:r>
          </a:p>
          <a:p>
            <a:pPr marL="0" indent="0"/>
            <a:endParaRPr lang="en-US" dirty="0"/>
          </a:p>
          <a:p>
            <a:r>
              <a:rPr lang="en-US" dirty="0"/>
              <a:t>You’re about to leave town for work this week and would like to get the lawn mowed before you go. Your neighbor’s kids are playing in the front lawn next door. What do you do?</a:t>
            </a:r>
          </a:p>
          <a:p>
            <a:endParaRPr lang="en-US" dirty="0"/>
          </a:p>
        </p:txBody>
      </p:sp>
      <p:sp>
        <p:nvSpPr>
          <p:cNvPr id="3" name="Title 2">
            <a:extLst>
              <a:ext uri="{FF2B5EF4-FFF2-40B4-BE49-F238E27FC236}">
                <a16:creationId xmlns:a16="http://schemas.microsoft.com/office/drawing/2014/main" id="{73A7D1E5-DCFD-CD81-BB97-836DE861BD3E}"/>
              </a:ext>
            </a:extLst>
          </p:cNvPr>
          <p:cNvSpPr>
            <a:spLocks noGrp="1"/>
          </p:cNvSpPr>
          <p:nvPr>
            <p:ph type="title"/>
          </p:nvPr>
        </p:nvSpPr>
        <p:spPr/>
        <p:txBody>
          <a:bodyPr/>
          <a:lstStyle/>
          <a:p>
            <a:r>
              <a:rPr lang="en-US" dirty="0"/>
              <a:t>What Would You Do?</a:t>
            </a:r>
            <a:br>
              <a:rPr lang="en-US" dirty="0"/>
            </a:br>
            <a:endParaRPr lang="en-US" dirty="0"/>
          </a:p>
        </p:txBody>
      </p:sp>
      <p:pic>
        <p:nvPicPr>
          <p:cNvPr id="5" name="Picture 4" descr="Young boys wearing capes">
            <a:extLst>
              <a:ext uri="{FF2B5EF4-FFF2-40B4-BE49-F238E27FC236}">
                <a16:creationId xmlns:a16="http://schemas.microsoft.com/office/drawing/2014/main" id="{14299340-561D-0F77-722E-DABBE8B774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8593" y="3429000"/>
            <a:ext cx="4214813" cy="2809876"/>
          </a:xfrm>
          <a:prstGeom prst="rect">
            <a:avLst/>
          </a:prstGeom>
        </p:spPr>
      </p:pic>
    </p:spTree>
    <p:extLst>
      <p:ext uri="{BB962C8B-B14F-4D97-AF65-F5344CB8AC3E}">
        <p14:creationId xmlns:p14="http://schemas.microsoft.com/office/powerpoint/2010/main" val="7987319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487F587-C0C3-FE4D-0A2E-F36158B9F83D}"/>
              </a:ext>
            </a:extLst>
          </p:cNvPr>
          <p:cNvSpPr>
            <a:spLocks noGrp="1"/>
          </p:cNvSpPr>
          <p:nvPr>
            <p:ph idx="1"/>
          </p:nvPr>
        </p:nvSpPr>
        <p:spPr>
          <a:xfrm>
            <a:off x="533400" y="1104900"/>
            <a:ext cx="11125200" cy="5192383"/>
          </a:xfrm>
        </p:spPr>
        <p:txBody>
          <a:bodyPr/>
          <a:lstStyle/>
          <a:p>
            <a:r>
              <a:rPr lang="en-US" b="1" u="sng" dirty="0"/>
              <a:t>Scenario 2: </a:t>
            </a:r>
          </a:p>
          <a:p>
            <a:endParaRPr lang="en-US" dirty="0"/>
          </a:p>
          <a:p>
            <a:r>
              <a:rPr lang="en-US" dirty="0"/>
              <a:t>Your significant other wonders why you don’t mow the lawn first thing in the morning as you both have many other chores to get done that day. What is a possible explanation? </a:t>
            </a:r>
          </a:p>
          <a:p>
            <a:endParaRPr lang="en-US" dirty="0"/>
          </a:p>
        </p:txBody>
      </p:sp>
      <p:sp>
        <p:nvSpPr>
          <p:cNvPr id="3" name="Title 2">
            <a:extLst>
              <a:ext uri="{FF2B5EF4-FFF2-40B4-BE49-F238E27FC236}">
                <a16:creationId xmlns:a16="http://schemas.microsoft.com/office/drawing/2014/main" id="{73A7D1E5-DCFD-CD81-BB97-836DE861BD3E}"/>
              </a:ext>
            </a:extLst>
          </p:cNvPr>
          <p:cNvSpPr>
            <a:spLocks noGrp="1"/>
          </p:cNvSpPr>
          <p:nvPr>
            <p:ph type="title"/>
          </p:nvPr>
        </p:nvSpPr>
        <p:spPr/>
        <p:txBody>
          <a:bodyPr/>
          <a:lstStyle/>
          <a:p>
            <a:r>
              <a:rPr lang="en-US" dirty="0"/>
              <a:t>What Would You Do?</a:t>
            </a:r>
            <a:br>
              <a:rPr lang="en-US" dirty="0"/>
            </a:br>
            <a:endParaRPr lang="en-US" dirty="0"/>
          </a:p>
        </p:txBody>
      </p:sp>
      <p:pic>
        <p:nvPicPr>
          <p:cNvPr id="5" name="Picture 4" descr="Cartoon of a person pointing at a watch&#10;&#10;Description automatically generated">
            <a:extLst>
              <a:ext uri="{FF2B5EF4-FFF2-40B4-BE49-F238E27FC236}">
                <a16:creationId xmlns:a16="http://schemas.microsoft.com/office/drawing/2014/main" id="{D279C643-C02A-04DC-FBB7-26946BC0B4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45818" y="3276600"/>
            <a:ext cx="2900363" cy="2900363"/>
          </a:xfrm>
          <a:prstGeom prst="rect">
            <a:avLst/>
          </a:prstGeom>
        </p:spPr>
      </p:pic>
    </p:spTree>
    <p:extLst>
      <p:ext uri="{BB962C8B-B14F-4D97-AF65-F5344CB8AC3E}">
        <p14:creationId xmlns:p14="http://schemas.microsoft.com/office/powerpoint/2010/main" val="32901582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487F587-C0C3-FE4D-0A2E-F36158B9F83D}"/>
              </a:ext>
            </a:extLst>
          </p:cNvPr>
          <p:cNvSpPr>
            <a:spLocks noGrp="1"/>
          </p:cNvSpPr>
          <p:nvPr>
            <p:ph idx="1"/>
          </p:nvPr>
        </p:nvSpPr>
        <p:spPr/>
        <p:txBody>
          <a:bodyPr/>
          <a:lstStyle/>
          <a:p>
            <a:r>
              <a:rPr lang="en-US" dirty="0"/>
              <a:t>- You know now:</a:t>
            </a:r>
          </a:p>
          <a:p>
            <a:endParaRPr lang="en-US" dirty="0"/>
          </a:p>
          <a:p>
            <a:pPr lvl="1"/>
            <a:r>
              <a:rPr lang="en-US" dirty="0"/>
              <a:t>    - How often a lawn should be mowed</a:t>
            </a:r>
          </a:p>
          <a:p>
            <a:pPr lvl="1"/>
            <a:r>
              <a:rPr lang="en-US" dirty="0"/>
              <a:t>	- What time of day a lawn should be mowed</a:t>
            </a:r>
          </a:p>
          <a:p>
            <a:pPr lvl="1"/>
            <a:r>
              <a:rPr lang="en-US" dirty="0"/>
              <a:t>	- What the ideal height of the grass should be once mowed</a:t>
            </a:r>
          </a:p>
          <a:p>
            <a:pPr lvl="1"/>
            <a:r>
              <a:rPr lang="en-US" dirty="0"/>
              <a:t>	- What can go wrong if we’re unsafe</a:t>
            </a:r>
          </a:p>
          <a:p>
            <a:pPr lvl="1"/>
            <a:r>
              <a:rPr lang="en-US" dirty="0"/>
              <a:t>	- Best practices for lawn mowing safety</a:t>
            </a:r>
          </a:p>
          <a:p>
            <a:pPr lvl="1"/>
            <a:endParaRPr lang="en-US" dirty="0"/>
          </a:p>
          <a:p>
            <a:r>
              <a:rPr lang="en-US" dirty="0"/>
              <a:t>- With this knowledge, we can have a well-maintained lawn and ensure our safety in the process.</a:t>
            </a:r>
          </a:p>
          <a:p>
            <a:endParaRPr lang="en-US" dirty="0"/>
          </a:p>
        </p:txBody>
      </p:sp>
      <p:sp>
        <p:nvSpPr>
          <p:cNvPr id="3" name="Title 2">
            <a:extLst>
              <a:ext uri="{FF2B5EF4-FFF2-40B4-BE49-F238E27FC236}">
                <a16:creationId xmlns:a16="http://schemas.microsoft.com/office/drawing/2014/main" id="{73A7D1E5-DCFD-CD81-BB97-836DE861BD3E}"/>
              </a:ext>
            </a:extLst>
          </p:cNvPr>
          <p:cNvSpPr>
            <a:spLocks noGrp="1"/>
          </p:cNvSpPr>
          <p:nvPr>
            <p:ph type="title"/>
          </p:nvPr>
        </p:nvSpPr>
        <p:spPr/>
        <p:txBody>
          <a:bodyPr/>
          <a:lstStyle/>
          <a:p>
            <a:r>
              <a:rPr lang="en-US" dirty="0"/>
              <a:t>Summary</a:t>
            </a:r>
            <a:br>
              <a:rPr lang="en-US" dirty="0"/>
            </a:br>
            <a:endParaRPr lang="en-US" dirty="0"/>
          </a:p>
        </p:txBody>
      </p:sp>
    </p:spTree>
    <p:extLst>
      <p:ext uri="{BB962C8B-B14F-4D97-AF65-F5344CB8AC3E}">
        <p14:creationId xmlns:p14="http://schemas.microsoft.com/office/powerpoint/2010/main" val="3113884291"/>
      </p:ext>
    </p:extLst>
  </p:cSld>
  <p:clrMapOvr>
    <a:masterClrMapping/>
  </p:clrMapOvr>
</p:sld>
</file>

<file path=ppt/theme/theme1.xml><?xml version="1.0" encoding="utf-8"?>
<a:theme xmlns:a="http://schemas.openxmlformats.org/drawingml/2006/main" name="4_WHITE TEMPLATE">
  <a:themeElements>
    <a:clrScheme name="TT for white - NEW 2018">
      <a:dk1>
        <a:srgbClr val="1A1A1A"/>
      </a:dk1>
      <a:lt1>
        <a:srgbClr val="FFFFFF"/>
      </a:lt1>
      <a:dk2>
        <a:srgbClr val="0D0D0D"/>
      </a:dk2>
      <a:lt2>
        <a:srgbClr val="E6E6E6"/>
      </a:lt2>
      <a:accent1>
        <a:srgbClr val="0078D4"/>
      </a:accent1>
      <a:accent2>
        <a:srgbClr val="002050"/>
      </a:accent2>
      <a:accent3>
        <a:srgbClr val="107C10"/>
      </a:accent3>
      <a:accent4>
        <a:srgbClr val="D73B01"/>
      </a:accent4>
      <a:accent5>
        <a:srgbClr val="737373"/>
      </a:accent5>
      <a:accent6>
        <a:srgbClr val="E6E6E6"/>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marR="0" indent="0" algn="l">
          <a:lnSpc>
            <a:spcPct val="80000"/>
          </a:lnSpc>
          <a:spcBef>
            <a:spcPts val="0"/>
          </a:spcBef>
          <a:spcAft>
            <a:spcPts val="0"/>
          </a:spcAft>
          <a:buNone/>
          <a:defRPr sz="1600" b="0" i="0" u="none" strike="noStrike" noProof="0" dirty="0" smtClean="0">
            <a:solidFill>
              <a:srgbClr val="24346D"/>
            </a:solidFill>
            <a:latin typeface="Calibri"/>
          </a:defRPr>
        </a:defPPr>
      </a:lstStyle>
    </a:txDef>
  </a:objectDefaults>
  <a:extraClrSchemeLst/>
  <a:extLst>
    <a:ext uri="{05A4C25C-085E-4340-85A3-A5531E510DB2}">
      <thm15:themeFamily xmlns:thm15="http://schemas.microsoft.com/office/thememl/2012/main" name="STACK External Template_FINAL" id="{C8319D1A-A45E-B948-8723-EDF4CDF44701}" vid="{78D4ECDF-9151-6348-A488-4D7A50E58AF9}"/>
    </a:ext>
  </a:extLst>
</a:theme>
</file>

<file path=ppt/theme/theme2.xml><?xml version="1.0" encoding="utf-8"?>
<a:theme xmlns:a="http://schemas.openxmlformats.org/drawingml/2006/main" name="3_Office Theme">
  <a:themeElements>
    <a:clrScheme name="Custom 6">
      <a:dk1>
        <a:srgbClr val="002060"/>
      </a:dk1>
      <a:lt1>
        <a:sysClr val="window" lastClr="FFFFFF"/>
      </a:lt1>
      <a:dk2>
        <a:srgbClr val="F2F2F2"/>
      </a:dk2>
      <a:lt2>
        <a:srgbClr val="E7E6E6"/>
      </a:lt2>
      <a:accent1>
        <a:srgbClr val="2472C2"/>
      </a:accent1>
      <a:accent2>
        <a:srgbClr val="002060"/>
      </a:accent2>
      <a:accent3>
        <a:srgbClr val="A5A5A5"/>
      </a:accent3>
      <a:accent4>
        <a:srgbClr val="2472C2"/>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dirty="0"/>
        </a:defPPr>
      </a:lstStyle>
    </a:txDef>
  </a:objectDefaults>
  <a:extraClrSchemeLst/>
  <a:extLst>
    <a:ext uri="{05A4C25C-085E-4340-85A3-A5531E510DB2}">
      <thm15:themeFamily xmlns:thm15="http://schemas.microsoft.com/office/thememl/2012/main" name="STACK Walmart POR03" id="{1B854507-6A49-DC4C-856F-E3C60647AE7B}" vid="{60E71332-AACF-CA48-AD0F-229C81554687}"/>
    </a:ext>
  </a:extLst>
</a:theme>
</file>

<file path=ppt/theme/theme3.xml><?xml version="1.0" encoding="utf-8"?>
<a:theme xmlns:a="http://schemas.openxmlformats.org/drawingml/2006/main" name="5_WHITE TEMPLATE">
  <a:themeElements>
    <a:clrScheme name="TT for white - NEW 2018">
      <a:dk1>
        <a:srgbClr val="1A1A1A"/>
      </a:dk1>
      <a:lt1>
        <a:srgbClr val="FFFFFF"/>
      </a:lt1>
      <a:dk2>
        <a:srgbClr val="0D0D0D"/>
      </a:dk2>
      <a:lt2>
        <a:srgbClr val="E6E6E6"/>
      </a:lt2>
      <a:accent1>
        <a:srgbClr val="0078D4"/>
      </a:accent1>
      <a:accent2>
        <a:srgbClr val="002050"/>
      </a:accent2>
      <a:accent3>
        <a:srgbClr val="107C10"/>
      </a:accent3>
      <a:accent4>
        <a:srgbClr val="D73B01"/>
      </a:accent4>
      <a:accent5>
        <a:srgbClr val="737373"/>
      </a:accent5>
      <a:accent6>
        <a:srgbClr val="E6E6E6"/>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marR="0" indent="0" algn="l">
          <a:lnSpc>
            <a:spcPct val="80000"/>
          </a:lnSpc>
          <a:spcBef>
            <a:spcPts val="0"/>
          </a:spcBef>
          <a:spcAft>
            <a:spcPts val="0"/>
          </a:spcAft>
          <a:buNone/>
          <a:defRPr sz="1600" b="0" i="0" u="none" strike="noStrike" noProof="0" dirty="0" smtClean="0">
            <a:solidFill>
              <a:srgbClr val="24346D"/>
            </a:solidFill>
            <a:latin typeface="Calibri"/>
          </a:defRPr>
        </a:defPPr>
      </a:lstStyle>
    </a:txDef>
  </a:objectDefaults>
  <a:extraClrSchemeLst/>
  <a:extLst>
    <a:ext uri="{05A4C25C-085E-4340-85A3-A5531E510DB2}">
      <thm15:themeFamily xmlns:thm15="http://schemas.microsoft.com/office/thememl/2012/main" name="STACK External Template_FINAL" id="{C8319D1A-A45E-B948-8723-EDF4CDF44701}" vid="{78D4ECDF-9151-6348-A488-4D7A50E58AF9}"/>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5">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2B25F55-1EFB-491A-AA7C-935ACF753185}">
  <we:reference id="wa104178141" version="4.3.3.0" store="en-US" storeType="OMEX"/>
  <we:alternateReferences>
    <we:reference id="WA104178141" version="4.3.3.0" store=""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8D8C23A5AFDCF47999EF5E3B37ACD1E" ma:contentTypeVersion="9" ma:contentTypeDescription="Create a new document." ma:contentTypeScope="" ma:versionID="f3309e788ddc0a4fec174fb267fd06c6">
  <xsd:schema xmlns:xsd="http://www.w3.org/2001/XMLSchema" xmlns:xs="http://www.w3.org/2001/XMLSchema" xmlns:p="http://schemas.microsoft.com/office/2006/metadata/properties" xmlns:ns2="47c1e4e8-d80b-4930-aa5d-e353721571d5" xmlns:ns3="http://schemas.microsoft.com/sharepoint/v4" xmlns:ns4="9c6c9a8e-06f4-4d77-9a38-6956220e061d" targetNamespace="http://schemas.microsoft.com/office/2006/metadata/properties" ma:root="true" ma:fieldsID="40af491e07f0b80147674c244c9f1454" ns2:_="" ns3:_="" ns4:_="">
    <xsd:import namespace="47c1e4e8-d80b-4930-aa5d-e353721571d5"/>
    <xsd:import namespace="http://schemas.microsoft.com/sharepoint/v4"/>
    <xsd:import namespace="9c6c9a8e-06f4-4d77-9a38-6956220e061d"/>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3:IconOverlay" minOccurs="0"/>
                <xsd:element ref="ns4:SharedWithUsers" minOccurs="0"/>
                <xsd:element ref="ns4: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c1e4e8-d80b-4930-aa5d-e353721571d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14" nillable="true" ma:displayName="IconOverlay" ma:hidden="true" ma:internalName="IconOverlay">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c6c9a8e-06f4-4d77-9a38-6956220e061d"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9c6c9a8e-06f4-4d77-9a38-6956220e061d">
      <UserInfo>
        <DisplayName>eric</DisplayName>
        <AccountId>753</AccountId>
        <AccountType/>
      </UserInfo>
      <UserInfo>
        <DisplayName>Zach Jones</DisplayName>
        <AccountId>2174</AccountId>
        <AccountType/>
      </UserInfo>
      <UserInfo>
        <DisplayName>Tim Nicols</DisplayName>
        <AccountId>93</AccountId>
        <AccountType/>
      </UserInfo>
      <UserInfo>
        <DisplayName>Boris Melnikov</DisplayName>
        <AccountId>1828</AccountId>
        <AccountType/>
      </UserInfo>
      <UserInfo>
        <DisplayName>Adam Michaelis</DisplayName>
        <AccountId>62</AccountId>
        <AccountType/>
      </UserInfo>
      <UserInfo>
        <DisplayName>Tom Duncan</DisplayName>
        <AccountId>7221</AccountId>
        <AccountType/>
      </UserInfo>
    </SharedWithUsers>
    <IconOverlay xmlns="http://schemas.microsoft.com/sharepoint/v4" xsi:nil="true"/>
  </documentManagement>
</p:properties>
</file>

<file path=customXml/itemProps1.xml><?xml version="1.0" encoding="utf-8"?>
<ds:datastoreItem xmlns:ds="http://schemas.openxmlformats.org/officeDocument/2006/customXml" ds:itemID="{1D41C7D2-A32A-425C-A674-8080390227E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7c1e4e8-d80b-4930-aa5d-e353721571d5"/>
    <ds:schemaRef ds:uri="http://schemas.microsoft.com/sharepoint/v4"/>
    <ds:schemaRef ds:uri="9c6c9a8e-06f4-4d77-9a38-6956220e061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B4D1130-01EA-4081-8193-0ED1BB24CE8D}">
  <ds:schemaRefs>
    <ds:schemaRef ds:uri="http://schemas.microsoft.com/sharepoint/v3/contenttype/forms"/>
  </ds:schemaRefs>
</ds:datastoreItem>
</file>

<file path=customXml/itemProps3.xml><?xml version="1.0" encoding="utf-8"?>
<ds:datastoreItem xmlns:ds="http://schemas.openxmlformats.org/officeDocument/2006/customXml" ds:itemID="{35627781-D46B-40BA-B179-22183F9FF007}">
  <ds:schemaRefs>
    <ds:schemaRef ds:uri="91c1707d-bb3a-492d-b219-a04d4715de67"/>
    <ds:schemaRef ds:uri="9c6c9a8e-06f4-4d77-9a38-6956220e061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 ds:uri="http://schemas.microsoft.com/sharepoint/v4"/>
  </ds:schemaRefs>
</ds:datastoreItem>
</file>

<file path=docProps/app.xml><?xml version="1.0" encoding="utf-8"?>
<Properties xmlns="http://schemas.openxmlformats.org/officeDocument/2006/extended-properties" xmlns:vt="http://schemas.openxmlformats.org/officeDocument/2006/docPropsVTypes">
  <TotalTime>2499</TotalTime>
  <Words>1443</Words>
  <Application>Microsoft Office PowerPoint</Application>
  <PresentationFormat>Widescreen</PresentationFormat>
  <Paragraphs>170</Paragraphs>
  <Slides>11</Slides>
  <Notes>11</Notes>
  <HiddenSlides>0</HiddenSlides>
  <MMClips>1</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11</vt:i4>
      </vt:variant>
    </vt:vector>
  </HeadingPairs>
  <TitlesOfParts>
    <vt:vector size="21" baseType="lpstr">
      <vt:lpstr>Arial</vt:lpstr>
      <vt:lpstr>Calibri</vt:lpstr>
      <vt:lpstr>Calibri Light</vt:lpstr>
      <vt:lpstr>Segoe UI</vt:lpstr>
      <vt:lpstr>Segoe UI Semilight</vt:lpstr>
      <vt:lpstr>Source Sans Pro</vt:lpstr>
      <vt:lpstr>Wingdings</vt:lpstr>
      <vt:lpstr>4_WHITE TEMPLATE</vt:lpstr>
      <vt:lpstr>3_Office Theme</vt:lpstr>
      <vt:lpstr>5_WHITE TEMPLATE</vt:lpstr>
      <vt:lpstr>PowerPoint Presentation</vt:lpstr>
      <vt:lpstr>Introduction  </vt:lpstr>
      <vt:lpstr>PowerPoint Presentation</vt:lpstr>
      <vt:lpstr>Mowing A Lawn – Did you know? </vt:lpstr>
      <vt:lpstr>Mowing A Lawn – Did you know? </vt:lpstr>
      <vt:lpstr>Mowing A Lawn – Did you know? </vt:lpstr>
      <vt:lpstr>Mowing Safety </vt:lpstr>
      <vt:lpstr>Activity </vt:lpstr>
      <vt:lpstr>What Would You Do? </vt:lpstr>
      <vt:lpstr>What Would You Do? </vt:lpstr>
      <vt:lpstr>Summary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STACK INFRASTRUCTURE OVERVIEW</dc:title>
  <dc:creator>Hunter Fairman</dc:creator>
  <cp:lastModifiedBy>David Nuckolls</cp:lastModifiedBy>
  <cp:revision>14</cp:revision>
  <dcterms:created xsi:type="dcterms:W3CDTF">2020-11-09T15:21:06Z</dcterms:created>
  <dcterms:modified xsi:type="dcterms:W3CDTF">2023-12-07T13:31:35Z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0x01010088D8C23A5AFDCF47999EF5E3B37ACD1E</vt:lpwstr>
  </property>
</Properties>
</file>